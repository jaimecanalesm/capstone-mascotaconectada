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mAIoAuODfld32z1rxup2iJVad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033A48-305F-4EA3-9CCC-182404F457CA}">
  <a:tblStyle styleId="{5D033A48-305F-4EA3-9CCC-182404F457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10.jp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RFUZF6edq7YauqVZE3JD8pCdPj_03jaT/view?usp=drive_link" TargetMode="External"/><Relationship Id="rId10" Type="http://schemas.openxmlformats.org/officeDocument/2006/relationships/hyperlink" Target="https://drive.google.com/file/d/1H0mzv22xRojuPHxarXu6gdRc2DHSlvUf/view?usp=drive_link" TargetMode="External"/><Relationship Id="rId13" Type="http://schemas.openxmlformats.org/officeDocument/2006/relationships/hyperlink" Target="https://drive.google.com/file/d/1sCN7j0NTaoY1rGSR-SCY2JDtvJNBSqKo/view?usp=drive_link" TargetMode="External"/><Relationship Id="rId12" Type="http://schemas.openxmlformats.org/officeDocument/2006/relationships/hyperlink" Target="https://drive.google.com/file/d/1UcG1clRUatqcUeRuxy_-LHmNMI6Uu3dk/view?usp=drive_link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8.jpg"/><Relationship Id="rId9" Type="http://schemas.openxmlformats.org/officeDocument/2006/relationships/image" Target="../media/image4.png"/><Relationship Id="rId15" Type="http://schemas.openxmlformats.org/officeDocument/2006/relationships/hyperlink" Target="https://docs.google.com/document/d/1BpeSuUOeQsYUEHw8rIpglMrFctycuTow/edit?usp=drive_link&amp;ouid=103522799761880098077&amp;rtpof=true&amp;sd=true" TargetMode="External"/><Relationship Id="rId14" Type="http://schemas.openxmlformats.org/officeDocument/2006/relationships/hyperlink" Target="https://drive.google.com/file/d/1sq813eGD1bcYQBxaTZPL7JhsY21p4gb2/view?usp=drive_link" TargetMode="External"/><Relationship Id="rId5" Type="http://schemas.openxmlformats.org/officeDocument/2006/relationships/image" Target="../media/image15.jpg"/><Relationship Id="rId6" Type="http://schemas.openxmlformats.org/officeDocument/2006/relationships/image" Target="../media/image17.jpg"/><Relationship Id="rId7" Type="http://schemas.openxmlformats.org/officeDocument/2006/relationships/hyperlink" Target="https://drive.google.com/file/d/19bUCmUGSyLfltCJZ_UC0ARaGZghUnEj8/view?usp=drive_link" TargetMode="External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docs.google.com/spreadsheets/d/1Tpg-he_VeeiUawrz187olZsl3Zo9N8RR/edit?usp=drive_link&amp;ouid=103522799761880098077&amp;rtpof=true&amp;sd=true" TargetMode="External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188526" y="4281702"/>
            <a:ext cx="143646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98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MascotaConectada</a:t>
            </a:r>
            <a:endParaRPr sz="100"/>
          </a:p>
        </p:txBody>
      </p:sp>
      <p:sp>
        <p:nvSpPr>
          <p:cNvPr id="85" name="Google Shape;85;p1"/>
          <p:cNvSpPr/>
          <p:nvPr/>
        </p:nvSpPr>
        <p:spPr>
          <a:xfrm>
            <a:off x="7505619" y="627863"/>
            <a:ext cx="3276763" cy="3276763"/>
          </a:xfrm>
          <a:custGeom>
            <a:rect b="b" l="l" r="r" t="t"/>
            <a:pathLst>
              <a:path extrusionOk="0" h="3276763" w="3276763">
                <a:moveTo>
                  <a:pt x="0" y="0"/>
                </a:moveTo>
                <a:lnTo>
                  <a:pt x="3276762" y="0"/>
                </a:lnTo>
                <a:lnTo>
                  <a:pt x="3276762" y="3276763"/>
                </a:lnTo>
                <a:lnTo>
                  <a:pt x="0" y="3276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994285" y="1048980"/>
            <a:ext cx="636242" cy="549554"/>
          </a:xfrm>
          <a:custGeom>
            <a:rect b="b" l="l" r="r" t="t"/>
            <a:pathLst>
              <a:path extrusionOk="0" h="549554" w="636242">
                <a:moveTo>
                  <a:pt x="0" y="0"/>
                </a:moveTo>
                <a:lnTo>
                  <a:pt x="636241" y="0"/>
                </a:lnTo>
                <a:lnTo>
                  <a:pt x="636241" y="549554"/>
                </a:lnTo>
                <a:lnTo>
                  <a:pt x="0" y="549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-2700000">
            <a:off x="14843282" y="-354148"/>
            <a:ext cx="4832035" cy="4173671"/>
          </a:xfrm>
          <a:custGeom>
            <a:rect b="b" l="l" r="r" t="t"/>
            <a:pathLst>
              <a:path extrusionOk="0" h="4173671" w="4832035">
                <a:moveTo>
                  <a:pt x="0" y="0"/>
                </a:moveTo>
                <a:lnTo>
                  <a:pt x="4832036" y="0"/>
                </a:lnTo>
                <a:lnTo>
                  <a:pt x="4832036" y="4173671"/>
                </a:lnTo>
                <a:lnTo>
                  <a:pt x="0" y="4173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938872">
            <a:off x="-811259" y="7603220"/>
            <a:ext cx="3488136" cy="3012877"/>
          </a:xfrm>
          <a:custGeom>
            <a:rect b="b" l="l" r="r" t="t"/>
            <a:pathLst>
              <a:path extrusionOk="0" h="3012877" w="3488136">
                <a:moveTo>
                  <a:pt x="0" y="0"/>
                </a:moveTo>
                <a:lnTo>
                  <a:pt x="3488136" y="0"/>
                </a:lnTo>
                <a:lnTo>
                  <a:pt x="3488136" y="3012877"/>
                </a:lnTo>
                <a:lnTo>
                  <a:pt x="0" y="3012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-1508408">
            <a:off x="-482301" y="4936225"/>
            <a:ext cx="2350851" cy="2030547"/>
          </a:xfrm>
          <a:custGeom>
            <a:rect b="b" l="l" r="r" t="t"/>
            <a:pathLst>
              <a:path extrusionOk="0" h="2030547" w="2350851">
                <a:moveTo>
                  <a:pt x="0" y="0"/>
                </a:moveTo>
                <a:lnTo>
                  <a:pt x="2350851" y="0"/>
                </a:lnTo>
                <a:lnTo>
                  <a:pt x="2350851" y="2030548"/>
                </a:lnTo>
                <a:lnTo>
                  <a:pt x="0" y="2030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1131612">
            <a:off x="16722949" y="4925978"/>
            <a:ext cx="2350851" cy="2030547"/>
          </a:xfrm>
          <a:custGeom>
            <a:rect b="b" l="l" r="r" t="t"/>
            <a:pathLst>
              <a:path extrusionOk="0" h="2030547" w="2350851">
                <a:moveTo>
                  <a:pt x="0" y="0"/>
                </a:moveTo>
                <a:lnTo>
                  <a:pt x="2350851" y="0"/>
                </a:lnTo>
                <a:lnTo>
                  <a:pt x="2350851" y="2030547"/>
                </a:lnTo>
                <a:lnTo>
                  <a:pt x="0" y="2030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3129222" y="54214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4677961" y="5732644"/>
            <a:ext cx="96423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Proyecto APT – Fase 2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Sede Puente Alto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Docente Instructor de la Asignatura: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Fabián Saldaño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 del Equipo: Jaime Canales - Felipe Muñoz - Giovanni Garrido</a:t>
            </a:r>
            <a:endParaRPr sz="1100"/>
          </a:p>
          <a:p>
            <a:pPr indent="0" lvl="0" marL="0" marR="0" rtl="0" algn="ctr">
              <a:lnSpc>
                <a:spcPct val="12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2"/>
          <p:cNvGraphicFramePr/>
          <p:nvPr/>
        </p:nvGraphicFramePr>
        <p:xfrm>
          <a:off x="8499714" y="2975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{5D033A48-305F-4EA3-9CCC-182404F457CA}</a:tableStyleId>
              </a:tblPr>
              <a:tblGrid>
                <a:gridCol w="1401700"/>
                <a:gridCol w="5348325"/>
              </a:tblGrid>
              <a:tr h="12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1A9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Falta de herramientas integradas para gestionar mascotas.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7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1A9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Historial médico disperso.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7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1A9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Dueños olvidan vacunas y citas.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1A9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Dificultad para encontrar clínicas cercanas.</a:t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7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8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10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3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F0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p2"/>
          <p:cNvSpPr/>
          <p:nvPr/>
        </p:nvSpPr>
        <p:spPr>
          <a:xfrm>
            <a:off x="1588339" y="2975280"/>
            <a:ext cx="5710590" cy="7440508"/>
          </a:xfrm>
          <a:custGeom>
            <a:rect b="b" l="l" r="r" t="t"/>
            <a:pathLst>
              <a:path extrusionOk="0" h="7440508" w="5710590">
                <a:moveTo>
                  <a:pt x="0" y="0"/>
                </a:moveTo>
                <a:lnTo>
                  <a:pt x="5710590" y="0"/>
                </a:lnTo>
                <a:lnTo>
                  <a:pt x="5710590" y="7440508"/>
                </a:lnTo>
                <a:lnTo>
                  <a:pt x="0" y="7440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 rot="1938872">
            <a:off x="-909524" y="475120"/>
            <a:ext cx="3488136" cy="3012877"/>
          </a:xfrm>
          <a:custGeom>
            <a:rect b="b" l="l" r="r" t="t"/>
            <a:pathLst>
              <a:path extrusionOk="0" h="3012877" w="3488136">
                <a:moveTo>
                  <a:pt x="0" y="0"/>
                </a:moveTo>
                <a:lnTo>
                  <a:pt x="3488136" y="0"/>
                </a:lnTo>
                <a:lnTo>
                  <a:pt x="3488136" y="3012877"/>
                </a:lnTo>
                <a:lnTo>
                  <a:pt x="0" y="3012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 rot="1938872">
            <a:off x="2529843" y="-250333"/>
            <a:ext cx="1813312" cy="1566248"/>
          </a:xfrm>
          <a:custGeom>
            <a:rect b="b" l="l" r="r" t="t"/>
            <a:pathLst>
              <a:path extrusionOk="0" h="1566248" w="1813312">
                <a:moveTo>
                  <a:pt x="0" y="0"/>
                </a:moveTo>
                <a:lnTo>
                  <a:pt x="1813312" y="0"/>
                </a:lnTo>
                <a:lnTo>
                  <a:pt x="1813312" y="1566249"/>
                </a:lnTo>
                <a:lnTo>
                  <a:pt x="0" y="1566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-1851708">
            <a:off x="15775550" y="7574158"/>
            <a:ext cx="3488136" cy="3012877"/>
          </a:xfrm>
          <a:custGeom>
            <a:rect b="b" l="l" r="r" t="t"/>
            <a:pathLst>
              <a:path extrusionOk="0" h="3012877" w="3488136">
                <a:moveTo>
                  <a:pt x="0" y="0"/>
                </a:moveTo>
                <a:lnTo>
                  <a:pt x="3488136" y="0"/>
                </a:lnTo>
                <a:lnTo>
                  <a:pt x="3488136" y="3012878"/>
                </a:lnTo>
                <a:lnTo>
                  <a:pt x="0" y="3012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834736">
            <a:off x="16522304" y="4327240"/>
            <a:ext cx="2322180" cy="2005783"/>
          </a:xfrm>
          <a:custGeom>
            <a:rect b="b" l="l" r="r" t="t"/>
            <a:pathLst>
              <a:path extrusionOk="0" h="2005783" w="2322180">
                <a:moveTo>
                  <a:pt x="0" y="0"/>
                </a:moveTo>
                <a:lnTo>
                  <a:pt x="2322180" y="0"/>
                </a:lnTo>
                <a:lnTo>
                  <a:pt x="2322180" y="2005782"/>
                </a:lnTo>
                <a:lnTo>
                  <a:pt x="0" y="2005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9292669" y="1660248"/>
            <a:ext cx="6231313" cy="62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Problemática.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3"/>
          <p:cNvGrpSpPr/>
          <p:nvPr/>
        </p:nvGrpSpPr>
        <p:grpSpPr>
          <a:xfrm>
            <a:off x="830577" y="2943177"/>
            <a:ext cx="7322823" cy="1930499"/>
            <a:chOff x="0" y="-9525"/>
            <a:chExt cx="1928645" cy="508444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1928645" cy="498919"/>
            </a:xfrm>
            <a:custGeom>
              <a:rect b="b" l="l" r="r" t="t"/>
              <a:pathLst>
                <a:path extrusionOk="0" h="498919" w="1928645">
                  <a:moveTo>
                    <a:pt x="0" y="0"/>
                  </a:moveTo>
                  <a:lnTo>
                    <a:pt x="1928645" y="0"/>
                  </a:lnTo>
                  <a:lnTo>
                    <a:pt x="1928645" y="498919"/>
                  </a:lnTo>
                  <a:lnTo>
                    <a:pt x="0" y="498919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1" name="Google Shape;111;p3"/>
            <p:cNvSpPr txBox="1"/>
            <p:nvPr/>
          </p:nvSpPr>
          <p:spPr>
            <a:xfrm>
              <a:off x="0" y="-9525"/>
              <a:ext cx="1928645" cy="508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286980">
            <a:off x="-763762" y="8066032"/>
            <a:ext cx="3188678" cy="2754221"/>
          </a:xfrm>
          <a:custGeom>
            <a:rect b="b" l="l" r="r" t="t"/>
            <a:pathLst>
              <a:path extrusionOk="0" h="2754221" w="3188678">
                <a:moveTo>
                  <a:pt x="0" y="0"/>
                </a:moveTo>
                <a:lnTo>
                  <a:pt x="3188678" y="0"/>
                </a:lnTo>
                <a:lnTo>
                  <a:pt x="3188678" y="2754221"/>
                </a:lnTo>
                <a:lnTo>
                  <a:pt x="0" y="2754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p3"/>
          <p:cNvGrpSpPr/>
          <p:nvPr/>
        </p:nvGrpSpPr>
        <p:grpSpPr>
          <a:xfrm>
            <a:off x="1009625" y="5271758"/>
            <a:ext cx="7124746" cy="2542940"/>
            <a:chOff x="0" y="-9525"/>
            <a:chExt cx="1876464" cy="669741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1876464" cy="660216"/>
            </a:xfrm>
            <a:custGeom>
              <a:rect b="b" l="l" r="r" t="t"/>
              <a:pathLst>
                <a:path extrusionOk="0" h="660216" w="1876464">
                  <a:moveTo>
                    <a:pt x="0" y="0"/>
                  </a:moveTo>
                  <a:lnTo>
                    <a:pt x="1876464" y="0"/>
                  </a:lnTo>
                  <a:lnTo>
                    <a:pt x="1876464" y="660216"/>
                  </a:lnTo>
                  <a:lnTo>
                    <a:pt x="0" y="660216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5" name="Google Shape;115;p3"/>
            <p:cNvSpPr txBox="1"/>
            <p:nvPr/>
          </p:nvSpPr>
          <p:spPr>
            <a:xfrm>
              <a:off x="0" y="-9525"/>
              <a:ext cx="1876464" cy="6697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 rot="-8253683">
            <a:off x="15717310" y="-87970"/>
            <a:ext cx="3188678" cy="2754221"/>
          </a:xfrm>
          <a:custGeom>
            <a:rect b="b" l="l" r="r" t="t"/>
            <a:pathLst>
              <a:path extrusionOk="0" h="2754221" w="3188678">
                <a:moveTo>
                  <a:pt x="0" y="0"/>
                </a:moveTo>
                <a:lnTo>
                  <a:pt x="3188678" y="0"/>
                </a:lnTo>
                <a:lnTo>
                  <a:pt x="3188678" y="2754221"/>
                </a:lnTo>
                <a:lnTo>
                  <a:pt x="0" y="2754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2999139" y="1160366"/>
            <a:ext cx="1027025" cy="2872796"/>
          </a:xfrm>
          <a:custGeom>
            <a:rect b="b" l="l" r="r" t="t"/>
            <a:pathLst>
              <a:path extrusionOk="0" h="2872796" w="1027025">
                <a:moveTo>
                  <a:pt x="0" y="0"/>
                </a:moveTo>
                <a:lnTo>
                  <a:pt x="1027025" y="0"/>
                </a:lnTo>
                <a:lnTo>
                  <a:pt x="1027025" y="2872796"/>
                </a:lnTo>
                <a:lnTo>
                  <a:pt x="0" y="28727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5205751" y="540244"/>
            <a:ext cx="1248718" cy="3492918"/>
          </a:xfrm>
          <a:custGeom>
            <a:rect b="b" l="l" r="r" t="t"/>
            <a:pathLst>
              <a:path extrusionOk="0" h="3492918" w="1248718">
                <a:moveTo>
                  <a:pt x="0" y="0"/>
                </a:moveTo>
                <a:lnTo>
                  <a:pt x="1248719" y="0"/>
                </a:lnTo>
                <a:lnTo>
                  <a:pt x="1248719" y="3492918"/>
                </a:lnTo>
                <a:lnTo>
                  <a:pt x="0" y="3492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14273172" y="1848712"/>
            <a:ext cx="780941" cy="2184450"/>
          </a:xfrm>
          <a:custGeom>
            <a:rect b="b" l="l" r="r" t="t"/>
            <a:pathLst>
              <a:path extrusionOk="0" h="2184450" w="780941">
                <a:moveTo>
                  <a:pt x="0" y="0"/>
                </a:moveTo>
                <a:lnTo>
                  <a:pt x="780941" y="0"/>
                </a:lnTo>
                <a:lnTo>
                  <a:pt x="780941" y="2184450"/>
                </a:lnTo>
                <a:lnTo>
                  <a:pt x="0" y="2184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3"/>
          <p:cNvGrpSpPr/>
          <p:nvPr/>
        </p:nvGrpSpPr>
        <p:grpSpPr>
          <a:xfrm>
            <a:off x="9176999" y="2904772"/>
            <a:ext cx="7904447" cy="2010664"/>
            <a:chOff x="0" y="-9525"/>
            <a:chExt cx="2081830" cy="529558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2081830" cy="520033"/>
            </a:xfrm>
            <a:custGeom>
              <a:rect b="b" l="l" r="r" t="t"/>
              <a:pathLst>
                <a:path extrusionOk="0" h="520033" w="2081830">
                  <a:moveTo>
                    <a:pt x="0" y="0"/>
                  </a:moveTo>
                  <a:lnTo>
                    <a:pt x="2081830" y="0"/>
                  </a:lnTo>
                  <a:lnTo>
                    <a:pt x="2081830" y="520033"/>
                  </a:lnTo>
                  <a:lnTo>
                    <a:pt x="0" y="520033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9525"/>
              <a:ext cx="2081830" cy="529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9176999" y="5155496"/>
            <a:ext cx="7904447" cy="2580998"/>
            <a:chOff x="0" y="-9525"/>
            <a:chExt cx="2081830" cy="679769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2081830" cy="670244"/>
            </a:xfrm>
            <a:custGeom>
              <a:rect b="b" l="l" r="r" t="t"/>
              <a:pathLst>
                <a:path extrusionOk="0" h="670244" w="2081830">
                  <a:moveTo>
                    <a:pt x="0" y="0"/>
                  </a:moveTo>
                  <a:lnTo>
                    <a:pt x="2081830" y="0"/>
                  </a:lnTo>
                  <a:lnTo>
                    <a:pt x="2081830" y="670244"/>
                  </a:lnTo>
                  <a:lnTo>
                    <a:pt x="0" y="670244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5" name="Google Shape;125;p3"/>
            <p:cNvSpPr txBox="1"/>
            <p:nvPr/>
          </p:nvSpPr>
          <p:spPr>
            <a:xfrm>
              <a:off x="0" y="-9525"/>
              <a:ext cx="2081830" cy="679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3"/>
          <p:cNvSpPr txBox="1"/>
          <p:nvPr/>
        </p:nvSpPr>
        <p:spPr>
          <a:xfrm>
            <a:off x="9783161" y="3222649"/>
            <a:ext cx="873322" cy="130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72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0030771" y="5689261"/>
            <a:ext cx="873322" cy="130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72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3085110" y="3584131"/>
            <a:ext cx="4629197" cy="106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perfiles digitales por mascota.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3028256" y="5740450"/>
            <a:ext cx="4742904" cy="106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recordatorios automáticos.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1466293" y="3276015"/>
            <a:ext cx="4856612" cy="159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vacunas, desparasitaciones y citas médicas.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1334729" y="5447328"/>
            <a:ext cx="4988176" cy="213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Geolocalización de clínicas veterinarias cercanas al usuario mediante mapas interactivos.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28700" y="2219574"/>
            <a:ext cx="7904447" cy="495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web que permita: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28700" y="1527402"/>
            <a:ext cx="8338340" cy="62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Solución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599022" y="3384970"/>
            <a:ext cx="666756" cy="130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72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599022" y="5279303"/>
            <a:ext cx="789473" cy="130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72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7" name="Google Shape;137;p3"/>
          <p:cNvGrpSpPr/>
          <p:nvPr/>
        </p:nvGrpSpPr>
        <p:grpSpPr>
          <a:xfrm>
            <a:off x="5197870" y="7978489"/>
            <a:ext cx="7322823" cy="1806802"/>
            <a:chOff x="0" y="-19050"/>
            <a:chExt cx="1928645" cy="475866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1928645" cy="456816"/>
            </a:xfrm>
            <a:custGeom>
              <a:rect b="b" l="l" r="r" t="t"/>
              <a:pathLst>
                <a:path extrusionOk="0" h="456816" w="1928645">
                  <a:moveTo>
                    <a:pt x="0" y="0"/>
                  </a:moveTo>
                  <a:lnTo>
                    <a:pt x="1928645" y="0"/>
                  </a:lnTo>
                  <a:lnTo>
                    <a:pt x="1928645" y="456816"/>
                  </a:lnTo>
                  <a:lnTo>
                    <a:pt x="0" y="456816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19050"/>
              <a:ext cx="1928645" cy="475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6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5          </a:t>
              </a:r>
              <a:endParaRPr/>
            </a:p>
          </p:txBody>
        </p:sp>
      </p:grpSp>
      <p:sp>
        <p:nvSpPr>
          <p:cNvPr id="140" name="Google Shape;140;p3"/>
          <p:cNvSpPr txBox="1"/>
          <p:nvPr/>
        </p:nvSpPr>
        <p:spPr>
          <a:xfrm>
            <a:off x="6806666" y="8212744"/>
            <a:ext cx="5714028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Escalar en un futuro a una aplicación móvil y de escritorio.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460689" y="1619224"/>
            <a:ext cx="5721261" cy="8870172"/>
          </a:xfrm>
          <a:custGeom>
            <a:rect b="b" l="l" r="r" t="t"/>
            <a:pathLst>
              <a:path extrusionOk="0" h="8870172" w="5721261">
                <a:moveTo>
                  <a:pt x="0" y="0"/>
                </a:moveTo>
                <a:lnTo>
                  <a:pt x="5721261" y="0"/>
                </a:lnTo>
                <a:lnTo>
                  <a:pt x="5721261" y="8870172"/>
                </a:lnTo>
                <a:lnTo>
                  <a:pt x="0" y="8870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/>
          <p:nvPr/>
        </p:nvSpPr>
        <p:spPr>
          <a:xfrm>
            <a:off x="12417645" y="3638377"/>
            <a:ext cx="4241840" cy="7011305"/>
          </a:xfrm>
          <a:custGeom>
            <a:rect b="b" l="l" r="r" t="t"/>
            <a:pathLst>
              <a:path extrusionOk="0" h="7011305" w="4241840">
                <a:moveTo>
                  <a:pt x="0" y="0"/>
                </a:moveTo>
                <a:lnTo>
                  <a:pt x="4241840" y="0"/>
                </a:lnTo>
                <a:lnTo>
                  <a:pt x="4241840" y="7011306"/>
                </a:lnTo>
                <a:lnTo>
                  <a:pt x="0" y="7011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4"/>
          <p:cNvGrpSpPr/>
          <p:nvPr/>
        </p:nvGrpSpPr>
        <p:grpSpPr>
          <a:xfrm>
            <a:off x="5191776" y="1805273"/>
            <a:ext cx="7904447" cy="6640518"/>
            <a:chOff x="0" y="-9525"/>
            <a:chExt cx="2081830" cy="1748943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2081830" cy="1739418"/>
            </a:xfrm>
            <a:custGeom>
              <a:rect b="b" l="l" r="r" t="t"/>
              <a:pathLst>
                <a:path extrusionOk="0" h="1739418" w="2081830">
                  <a:moveTo>
                    <a:pt x="0" y="0"/>
                  </a:moveTo>
                  <a:lnTo>
                    <a:pt x="2081830" y="0"/>
                  </a:lnTo>
                  <a:lnTo>
                    <a:pt x="2081830" y="1739418"/>
                  </a:lnTo>
                  <a:lnTo>
                    <a:pt x="0" y="1739418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9" name="Google Shape;149;p4"/>
            <p:cNvSpPr txBox="1"/>
            <p:nvPr/>
          </p:nvSpPr>
          <p:spPr>
            <a:xfrm>
              <a:off x="0" y="-9525"/>
              <a:ext cx="2081830" cy="1748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5870355" y="3463540"/>
            <a:ext cx="6547291" cy="2266920"/>
            <a:chOff x="0" y="9525"/>
            <a:chExt cx="8729721" cy="3022560"/>
          </a:xfrm>
        </p:grpSpPr>
        <p:sp>
          <p:nvSpPr>
            <p:cNvPr id="151" name="Google Shape;151;p4"/>
            <p:cNvSpPr txBox="1"/>
            <p:nvPr/>
          </p:nvSpPr>
          <p:spPr>
            <a:xfrm>
              <a:off x="0" y="9525"/>
              <a:ext cx="8729721" cy="7990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Alcances del proyecto</a:t>
              </a: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1333841"/>
              <a:ext cx="8729721" cy="1698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94310" lvl="1" marL="388620" marR="0" rtl="0" algn="ctr">
                <a:lnSpc>
                  <a:spcPct val="14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Usuarios: Rol</a:t>
              </a:r>
              <a:endParaRPr/>
            </a:p>
            <a:p>
              <a:pPr indent="-194310" lvl="1" marL="388620" marR="0" rtl="0" algn="ctr">
                <a:lnSpc>
                  <a:spcPct val="14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Funcionalidades core</a:t>
              </a:r>
              <a:endParaRPr/>
            </a:p>
            <a:p>
              <a:pPr indent="-194310" lvl="1" marL="388620" marR="0" rtl="0" algn="ctr">
                <a:lnSpc>
                  <a:spcPct val="14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Panel administrador y dashboard</a:t>
              </a:r>
              <a:endParaRPr/>
            </a:p>
            <a:p>
              <a:pPr indent="0" lvl="0" marL="0" marR="0" rtl="0" algn="ctr">
                <a:lnSpc>
                  <a:spcPct val="14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4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24660" r="24661" t="0"/>
          <a:stretch/>
        </p:blipFill>
        <p:spPr>
          <a:xfrm>
            <a:off x="249498" y="5143500"/>
            <a:ext cx="3805749" cy="500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 rot="-2700000">
            <a:off x="14427893" y="-465542"/>
            <a:ext cx="4832035" cy="4173671"/>
          </a:xfrm>
          <a:custGeom>
            <a:rect b="b" l="l" r="r" t="t"/>
            <a:pathLst>
              <a:path extrusionOk="0" h="4173671" w="4832035">
                <a:moveTo>
                  <a:pt x="0" y="0"/>
                </a:moveTo>
                <a:lnTo>
                  <a:pt x="4832036" y="0"/>
                </a:lnTo>
                <a:lnTo>
                  <a:pt x="4832036" y="4173671"/>
                </a:lnTo>
                <a:lnTo>
                  <a:pt x="0" y="4173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5"/>
          <p:cNvSpPr/>
          <p:nvPr/>
        </p:nvSpPr>
        <p:spPr>
          <a:xfrm rot="-2700000">
            <a:off x="11691183" y="-414011"/>
            <a:ext cx="2432449" cy="2101028"/>
          </a:xfrm>
          <a:custGeom>
            <a:rect b="b" l="l" r="r" t="t"/>
            <a:pathLst>
              <a:path extrusionOk="0" h="2101028" w="2432449">
                <a:moveTo>
                  <a:pt x="0" y="0"/>
                </a:moveTo>
                <a:lnTo>
                  <a:pt x="2432449" y="0"/>
                </a:lnTo>
                <a:lnTo>
                  <a:pt x="2432449" y="2101028"/>
                </a:lnTo>
                <a:lnTo>
                  <a:pt x="0" y="2101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1" name="Google Shape;161;p5"/>
          <p:cNvPicPr preferRelativeResize="0"/>
          <p:nvPr/>
        </p:nvPicPr>
        <p:blipFill rotWithShape="1">
          <a:blip r:embed="rId5">
            <a:alphaModFix/>
          </a:blip>
          <a:srcRect b="913" l="0" r="0" t="914"/>
          <a:stretch/>
        </p:blipFill>
        <p:spPr>
          <a:xfrm>
            <a:off x="14603288" y="0"/>
            <a:ext cx="3805749" cy="50065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5"/>
          <p:cNvGrpSpPr/>
          <p:nvPr/>
        </p:nvGrpSpPr>
        <p:grpSpPr>
          <a:xfrm>
            <a:off x="4389170" y="2203164"/>
            <a:ext cx="8624134" cy="3273280"/>
            <a:chOff x="0" y="-9525"/>
            <a:chExt cx="2271377" cy="862098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2271377" cy="852573"/>
            </a:xfrm>
            <a:custGeom>
              <a:rect b="b" l="l" r="r" t="t"/>
              <a:pathLst>
                <a:path extrusionOk="0" h="852573" w="2271377">
                  <a:moveTo>
                    <a:pt x="0" y="0"/>
                  </a:moveTo>
                  <a:lnTo>
                    <a:pt x="2271377" y="0"/>
                  </a:lnTo>
                  <a:lnTo>
                    <a:pt x="2271377" y="852573"/>
                  </a:lnTo>
                  <a:lnTo>
                    <a:pt x="0" y="852573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4" name="Google Shape;164;p5"/>
            <p:cNvSpPr txBox="1"/>
            <p:nvPr/>
          </p:nvSpPr>
          <p:spPr>
            <a:xfrm>
              <a:off x="0" y="-9525"/>
              <a:ext cx="2271377" cy="862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>
            <a:off x="8307001" y="6411829"/>
            <a:ext cx="8801022" cy="3215410"/>
            <a:chOff x="0" y="-9525"/>
            <a:chExt cx="2317964" cy="846857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2317964" cy="837332"/>
            </a:xfrm>
            <a:custGeom>
              <a:rect b="b" l="l" r="r" t="t"/>
              <a:pathLst>
                <a:path extrusionOk="0" h="837332" w="2317964">
                  <a:moveTo>
                    <a:pt x="0" y="0"/>
                  </a:moveTo>
                  <a:lnTo>
                    <a:pt x="2317964" y="0"/>
                  </a:lnTo>
                  <a:lnTo>
                    <a:pt x="2317964" y="837332"/>
                  </a:lnTo>
                  <a:lnTo>
                    <a:pt x="0" y="837332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7" name="Google Shape;167;p5"/>
            <p:cNvSpPr txBox="1"/>
            <p:nvPr/>
          </p:nvSpPr>
          <p:spPr>
            <a:xfrm>
              <a:off x="0" y="-9525"/>
              <a:ext cx="2317963" cy="846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5"/>
          <p:cNvSpPr txBox="1"/>
          <p:nvPr/>
        </p:nvSpPr>
        <p:spPr>
          <a:xfrm>
            <a:off x="1028700" y="1327606"/>
            <a:ext cx="811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5086350" y="2712185"/>
            <a:ext cx="7218136" cy="1419866"/>
            <a:chOff x="0" y="-19050"/>
            <a:chExt cx="9624182" cy="1893155"/>
          </a:xfrm>
        </p:grpSpPr>
        <p:sp>
          <p:nvSpPr>
            <p:cNvPr id="170" name="Google Shape;170;p5"/>
            <p:cNvSpPr txBox="1"/>
            <p:nvPr/>
          </p:nvSpPr>
          <p:spPr>
            <a:xfrm>
              <a:off x="0" y="-19050"/>
              <a:ext cx="9624182" cy="538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Funcionales</a:t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0" y="736439"/>
              <a:ext cx="9624182" cy="1137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94308" lvl="1" marL="388618" marR="0" rtl="0" algn="l">
                <a:lnSpc>
                  <a:spcPct val="12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9"/>
                <a:buFont typeface="Arial"/>
                <a:buChar char="•"/>
              </a:pPr>
              <a:r>
                <a:rPr b="0" i="0" lang="en-US" sz="1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Autenticación y gestión de usuarios</a:t>
              </a:r>
              <a:endParaRPr/>
            </a:p>
            <a:p>
              <a:pPr indent="-194308" lvl="1" marL="388618" marR="0" rtl="0" algn="l">
                <a:lnSpc>
                  <a:spcPct val="12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9"/>
                <a:buFont typeface="Arial"/>
                <a:buChar char="•"/>
              </a:pPr>
              <a:r>
                <a:rPr b="0" i="0" lang="en-US" sz="1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Gestión de Mascotas</a:t>
              </a:r>
              <a:endParaRPr/>
            </a:p>
            <a:p>
              <a:pPr indent="-194308" lvl="1" marL="388618" marR="0" rtl="0" algn="l">
                <a:lnSpc>
                  <a:spcPct val="12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9"/>
                <a:buFont typeface="Arial"/>
                <a:buChar char="•"/>
              </a:pPr>
              <a:r>
                <a:rPr b="0" i="0" lang="en-US" sz="1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Gestión de Citas e Historial Médico</a:t>
              </a:r>
              <a:endParaRPr/>
            </a:p>
          </p:txBody>
        </p:sp>
      </p:grpSp>
      <p:grpSp>
        <p:nvGrpSpPr>
          <p:cNvPr id="172" name="Google Shape;172;p5"/>
          <p:cNvGrpSpPr/>
          <p:nvPr/>
        </p:nvGrpSpPr>
        <p:grpSpPr>
          <a:xfrm>
            <a:off x="9164802" y="6884771"/>
            <a:ext cx="7176213" cy="1461259"/>
            <a:chOff x="0" y="-28575"/>
            <a:chExt cx="9568284" cy="1948345"/>
          </a:xfrm>
        </p:grpSpPr>
        <p:sp>
          <p:nvSpPr>
            <p:cNvPr id="173" name="Google Shape;173;p5"/>
            <p:cNvSpPr txBox="1"/>
            <p:nvPr/>
          </p:nvSpPr>
          <p:spPr>
            <a:xfrm>
              <a:off x="0" y="-28575"/>
              <a:ext cx="9568284" cy="5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6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No funcionales</a:t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0" y="744256"/>
              <a:ext cx="9568284" cy="1175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96319" lvl="1" marL="392639" marR="0" rtl="0" algn="l">
                <a:lnSpc>
                  <a:spcPct val="127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Char char="•"/>
              </a:pPr>
              <a:r>
                <a:rPr b="0" i="0" lang="en-US" sz="18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</a:t>
              </a:r>
              <a:endParaRPr/>
            </a:p>
            <a:p>
              <a:pPr indent="-196319" lvl="1" marL="392639" marR="0" rtl="0" algn="l">
                <a:lnSpc>
                  <a:spcPct val="127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Char char="•"/>
              </a:pPr>
              <a:r>
                <a:rPr b="0" i="0" lang="en-US" sz="18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/>
            </a:p>
            <a:p>
              <a:pPr indent="-196319" lvl="1" marL="392639" marR="0" rtl="0" algn="l">
                <a:lnSpc>
                  <a:spcPct val="127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8"/>
                <a:buFont typeface="Arial"/>
                <a:buChar char="•"/>
              </a:pPr>
              <a:r>
                <a:rPr b="0" i="0" lang="en-US" sz="18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Usabilidad y diseño responsivo</a:t>
              </a:r>
              <a:endParaRPr/>
            </a:p>
          </p:txBody>
        </p:sp>
      </p:grpSp>
      <p:sp>
        <p:nvSpPr>
          <p:cNvPr id="175" name="Google Shape;175;p5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27799" r="27798" t="0"/>
          <a:stretch/>
        </p:blipFill>
        <p:spPr>
          <a:xfrm>
            <a:off x="0" y="-128088"/>
            <a:ext cx="7303256" cy="109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2759739" y="137333"/>
            <a:ext cx="1782733" cy="1782733"/>
          </a:xfrm>
          <a:custGeom>
            <a:rect b="b" l="l" r="r" t="t"/>
            <a:pathLst>
              <a:path extrusionOk="0" h="1782733" w="1782733">
                <a:moveTo>
                  <a:pt x="0" y="0"/>
                </a:moveTo>
                <a:lnTo>
                  <a:pt x="1782733" y="0"/>
                </a:lnTo>
                <a:lnTo>
                  <a:pt x="1782733" y="1782734"/>
                </a:lnTo>
                <a:lnTo>
                  <a:pt x="0" y="1782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 txBox="1"/>
          <p:nvPr/>
        </p:nvSpPr>
        <p:spPr>
          <a:xfrm>
            <a:off x="7835889" y="301625"/>
            <a:ext cx="7145082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Modelo 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 rot="-1851708">
            <a:off x="16039414" y="1449271"/>
            <a:ext cx="3488136" cy="3012877"/>
          </a:xfrm>
          <a:custGeom>
            <a:rect b="b" l="l" r="r" t="t"/>
            <a:pathLst>
              <a:path extrusionOk="0" h="3012877" w="3488136">
                <a:moveTo>
                  <a:pt x="0" y="0"/>
                </a:moveTo>
                <a:lnTo>
                  <a:pt x="3488136" y="0"/>
                </a:lnTo>
                <a:lnTo>
                  <a:pt x="3488136" y="3012877"/>
                </a:lnTo>
                <a:lnTo>
                  <a:pt x="0" y="3012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/>
          <p:nvPr/>
        </p:nvSpPr>
        <p:spPr>
          <a:xfrm rot="-1851708">
            <a:off x="14762686" y="-310892"/>
            <a:ext cx="2169568" cy="1873965"/>
          </a:xfrm>
          <a:custGeom>
            <a:rect b="b" l="l" r="r" t="t"/>
            <a:pathLst>
              <a:path extrusionOk="0" h="1873965" w="2169568">
                <a:moveTo>
                  <a:pt x="0" y="0"/>
                </a:moveTo>
                <a:lnTo>
                  <a:pt x="2169569" y="0"/>
                </a:lnTo>
                <a:lnTo>
                  <a:pt x="2169569" y="1873965"/>
                </a:lnTo>
                <a:lnTo>
                  <a:pt x="0" y="1873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6"/>
          <p:cNvSpPr/>
          <p:nvPr/>
        </p:nvSpPr>
        <p:spPr>
          <a:xfrm>
            <a:off x="13129222" y="-128088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6"/>
          <p:cNvSpPr/>
          <p:nvPr/>
        </p:nvSpPr>
        <p:spPr>
          <a:xfrm>
            <a:off x="7303256" y="1141455"/>
            <a:ext cx="10984744" cy="9145545"/>
          </a:xfrm>
          <a:custGeom>
            <a:rect b="b" l="l" r="r" t="t"/>
            <a:pathLst>
              <a:path extrusionOk="0" h="9145545" w="10984744">
                <a:moveTo>
                  <a:pt x="0" y="0"/>
                </a:moveTo>
                <a:lnTo>
                  <a:pt x="10984744" y="0"/>
                </a:lnTo>
                <a:lnTo>
                  <a:pt x="10984744" y="9145545"/>
                </a:lnTo>
                <a:lnTo>
                  <a:pt x="0" y="9145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799" l="0" r="-3291" t="-799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7"/>
          <p:cNvGrpSpPr/>
          <p:nvPr/>
        </p:nvGrpSpPr>
        <p:grpSpPr>
          <a:xfrm>
            <a:off x="5515771" y="1602369"/>
            <a:ext cx="8096250" cy="8096250"/>
            <a:chOff x="0" y="0"/>
            <a:chExt cx="10795000" cy="10795000"/>
          </a:xfrm>
        </p:grpSpPr>
        <p:pic>
          <p:nvPicPr>
            <p:cNvPr id="192" name="Google Shape;192;p7"/>
            <p:cNvPicPr preferRelativeResize="0"/>
            <p:nvPr/>
          </p:nvPicPr>
          <p:blipFill rotWithShape="1">
            <a:blip r:embed="rId3">
              <a:alphaModFix/>
            </a:blip>
            <a:srcRect b="0" l="16666" r="16666" t="0"/>
            <a:stretch/>
          </p:blipFill>
          <p:spPr>
            <a:xfrm>
              <a:off x="0" y="0"/>
              <a:ext cx="5187950" cy="518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7"/>
            <p:cNvPicPr preferRelativeResize="0"/>
            <p:nvPr/>
          </p:nvPicPr>
          <p:blipFill rotWithShape="1">
            <a:blip r:embed="rId4">
              <a:alphaModFix/>
            </a:blip>
            <a:srcRect b="0" l="16666" r="16666" t="0"/>
            <a:stretch/>
          </p:blipFill>
          <p:spPr>
            <a:xfrm>
              <a:off x="5607050" y="0"/>
              <a:ext cx="5187950" cy="518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7"/>
            <p:cNvPicPr preferRelativeResize="0"/>
            <p:nvPr/>
          </p:nvPicPr>
          <p:blipFill rotWithShape="1">
            <a:blip r:embed="rId5">
              <a:alphaModFix/>
            </a:blip>
            <a:srcRect b="0" l="16655" r="16656" t="0"/>
            <a:stretch/>
          </p:blipFill>
          <p:spPr>
            <a:xfrm>
              <a:off x="0" y="5607050"/>
              <a:ext cx="5187950" cy="518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7"/>
            <p:cNvPicPr preferRelativeResize="0"/>
            <p:nvPr/>
          </p:nvPicPr>
          <p:blipFill rotWithShape="1">
            <a:blip r:embed="rId6">
              <a:alphaModFix/>
            </a:blip>
            <a:srcRect b="0" l="16645" r="16645" t="0"/>
            <a:stretch/>
          </p:blipFill>
          <p:spPr>
            <a:xfrm>
              <a:off x="5607050" y="5607050"/>
              <a:ext cx="5187950" cy="5187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7"/>
          <p:cNvSpPr txBox="1"/>
          <p:nvPr/>
        </p:nvSpPr>
        <p:spPr>
          <a:xfrm>
            <a:off x="-423337" y="1478198"/>
            <a:ext cx="5218161" cy="12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3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Diagramas de Actividad</a:t>
            </a:r>
            <a:endParaRPr/>
          </a:p>
        </p:txBody>
      </p:sp>
      <p:grpSp>
        <p:nvGrpSpPr>
          <p:cNvPr id="197" name="Google Shape;197;p7"/>
          <p:cNvGrpSpPr/>
          <p:nvPr/>
        </p:nvGrpSpPr>
        <p:grpSpPr>
          <a:xfrm>
            <a:off x="499072" y="3159723"/>
            <a:ext cx="3929333" cy="902722"/>
            <a:chOff x="0" y="-19050"/>
            <a:chExt cx="5239110" cy="1203630"/>
          </a:xfrm>
        </p:grpSpPr>
        <p:sp>
          <p:nvSpPr>
            <p:cNvPr id="198" name="Google Shape;198;p7"/>
            <p:cNvSpPr txBox="1"/>
            <p:nvPr/>
          </p:nvSpPr>
          <p:spPr>
            <a:xfrm>
              <a:off x="0" y="-19050"/>
              <a:ext cx="5239110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Localización Veternarias</a:t>
              </a:r>
              <a:endParaRPr/>
            </a:p>
          </p:txBody>
        </p:sp>
        <p:sp>
          <p:nvSpPr>
            <p:cNvPr id="199" name="Google Shape;199;p7"/>
            <p:cNvSpPr txBox="1"/>
            <p:nvPr/>
          </p:nvSpPr>
          <p:spPr>
            <a:xfrm>
              <a:off x="0" y="751298"/>
              <a:ext cx="5239110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7"/>
          <p:cNvSpPr/>
          <p:nvPr/>
        </p:nvSpPr>
        <p:spPr>
          <a:xfrm rot="1938872">
            <a:off x="-191035" y="1017099"/>
            <a:ext cx="1818077" cy="1570364"/>
          </a:xfrm>
          <a:custGeom>
            <a:rect b="b" l="l" r="r" t="t"/>
            <a:pathLst>
              <a:path extrusionOk="0" h="1570364" w="1818077">
                <a:moveTo>
                  <a:pt x="0" y="0"/>
                </a:moveTo>
                <a:lnTo>
                  <a:pt x="1818076" y="0"/>
                </a:lnTo>
                <a:lnTo>
                  <a:pt x="1818076" y="1570363"/>
                </a:lnTo>
                <a:lnTo>
                  <a:pt x="0" y="1570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 rot="1938872">
            <a:off x="1552168" y="253934"/>
            <a:ext cx="1267151" cy="1094501"/>
          </a:xfrm>
          <a:custGeom>
            <a:rect b="b" l="l" r="r" t="t"/>
            <a:pathLst>
              <a:path extrusionOk="0" h="1094501" w="1267151">
                <a:moveTo>
                  <a:pt x="0" y="0"/>
                </a:moveTo>
                <a:lnTo>
                  <a:pt x="1267150" y="0"/>
                </a:lnTo>
                <a:lnTo>
                  <a:pt x="1267150" y="1094501"/>
                </a:lnTo>
                <a:lnTo>
                  <a:pt x="0" y="109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7"/>
          <p:cNvGrpSpPr/>
          <p:nvPr/>
        </p:nvGrpSpPr>
        <p:grpSpPr>
          <a:xfrm>
            <a:off x="499072" y="4122621"/>
            <a:ext cx="3929333" cy="902722"/>
            <a:chOff x="0" y="-19050"/>
            <a:chExt cx="5239110" cy="1203630"/>
          </a:xfrm>
        </p:grpSpPr>
        <p:sp>
          <p:nvSpPr>
            <p:cNvPr id="204" name="Google Shape;204;p7"/>
            <p:cNvSpPr txBox="1"/>
            <p:nvPr/>
          </p:nvSpPr>
          <p:spPr>
            <a:xfrm>
              <a:off x="0" y="-19050"/>
              <a:ext cx="5239110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Agendar Citas</a:t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0" y="751298"/>
              <a:ext cx="5239110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7"/>
          <p:cNvGrpSpPr/>
          <p:nvPr/>
        </p:nvGrpSpPr>
        <p:grpSpPr>
          <a:xfrm>
            <a:off x="499072" y="5087256"/>
            <a:ext cx="3929333" cy="902722"/>
            <a:chOff x="0" y="-19050"/>
            <a:chExt cx="5239110" cy="1203630"/>
          </a:xfrm>
        </p:grpSpPr>
        <p:sp>
          <p:nvSpPr>
            <p:cNvPr id="207" name="Google Shape;207;p7"/>
            <p:cNvSpPr txBox="1"/>
            <p:nvPr/>
          </p:nvSpPr>
          <p:spPr>
            <a:xfrm>
              <a:off x="0" y="-19050"/>
              <a:ext cx="5239110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Gestionar Historial</a:t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0" y="751298"/>
              <a:ext cx="5239110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499072" y="6051891"/>
            <a:ext cx="4791635" cy="902723"/>
            <a:chOff x="0" y="-19050"/>
            <a:chExt cx="6388847" cy="1203630"/>
          </a:xfrm>
        </p:grpSpPr>
        <p:sp>
          <p:nvSpPr>
            <p:cNvPr id="210" name="Google Shape;210;p7"/>
            <p:cNvSpPr txBox="1"/>
            <p:nvPr/>
          </p:nvSpPr>
          <p:spPr>
            <a:xfrm>
              <a:off x="0" y="-19050"/>
              <a:ext cx="6388847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Registro y Gestión de Mascotas</a:t>
              </a:r>
              <a:endParaRPr/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0" y="751298"/>
              <a:ext cx="6388847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7"/>
          <p:cNvGrpSpPr/>
          <p:nvPr/>
        </p:nvGrpSpPr>
        <p:grpSpPr>
          <a:xfrm>
            <a:off x="499072" y="7016527"/>
            <a:ext cx="4791635" cy="902723"/>
            <a:chOff x="0" y="-19050"/>
            <a:chExt cx="6388847" cy="1203630"/>
          </a:xfrm>
        </p:grpSpPr>
        <p:sp>
          <p:nvSpPr>
            <p:cNvPr id="213" name="Google Shape;213;p7"/>
            <p:cNvSpPr txBox="1"/>
            <p:nvPr/>
          </p:nvSpPr>
          <p:spPr>
            <a:xfrm>
              <a:off x="0" y="-19050"/>
              <a:ext cx="6388847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Autenticación Usuario</a:t>
              </a:r>
              <a:endParaRPr/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0" y="751298"/>
              <a:ext cx="6388847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499072" y="7981162"/>
            <a:ext cx="4791635" cy="902723"/>
            <a:chOff x="0" y="-19050"/>
            <a:chExt cx="6388847" cy="1203630"/>
          </a:xfrm>
        </p:grpSpPr>
        <p:sp>
          <p:nvSpPr>
            <p:cNvPr id="216" name="Google Shape;216;p7"/>
            <p:cNvSpPr txBox="1"/>
            <p:nvPr/>
          </p:nvSpPr>
          <p:spPr>
            <a:xfrm>
              <a:off x="0" y="-19050"/>
              <a:ext cx="6388847" cy="56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Registro Usuario</a:t>
              </a:r>
              <a:endParaRPr/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0" y="751298"/>
              <a:ext cx="6388847" cy="433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7"/>
          <p:cNvSpPr txBox="1"/>
          <p:nvPr/>
        </p:nvSpPr>
        <p:spPr>
          <a:xfrm>
            <a:off x="14335921" y="2106298"/>
            <a:ext cx="3279699" cy="124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1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Diagrama Caso de Uso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 rot="-1719795">
            <a:off x="15945235" y="9127051"/>
            <a:ext cx="1301012" cy="1123749"/>
          </a:xfrm>
          <a:custGeom>
            <a:rect b="b" l="l" r="r" t="t"/>
            <a:pathLst>
              <a:path extrusionOk="0" h="1123749" w="1301012">
                <a:moveTo>
                  <a:pt x="0" y="0"/>
                </a:moveTo>
                <a:lnTo>
                  <a:pt x="1301012" y="0"/>
                </a:lnTo>
                <a:lnTo>
                  <a:pt x="1301012" y="1123749"/>
                </a:lnTo>
                <a:lnTo>
                  <a:pt x="0" y="1123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 rot="-1719795">
            <a:off x="16302163" y="7072751"/>
            <a:ext cx="1301012" cy="1123749"/>
          </a:xfrm>
          <a:custGeom>
            <a:rect b="b" l="l" r="r" t="t"/>
            <a:pathLst>
              <a:path extrusionOk="0" h="1123749" w="1301012">
                <a:moveTo>
                  <a:pt x="0" y="0"/>
                </a:moveTo>
                <a:lnTo>
                  <a:pt x="1301012" y="0"/>
                </a:lnTo>
                <a:lnTo>
                  <a:pt x="1301012" y="1123749"/>
                </a:lnTo>
                <a:lnTo>
                  <a:pt x="0" y="1123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 rot="-1719795">
            <a:off x="14264638" y="6753563"/>
            <a:ext cx="1301012" cy="1123749"/>
          </a:xfrm>
          <a:custGeom>
            <a:rect b="b" l="l" r="r" t="t"/>
            <a:pathLst>
              <a:path extrusionOk="0" h="1123749" w="1301012">
                <a:moveTo>
                  <a:pt x="0" y="0"/>
                </a:moveTo>
                <a:lnTo>
                  <a:pt x="1301012" y="0"/>
                </a:lnTo>
                <a:lnTo>
                  <a:pt x="1301012" y="1123749"/>
                </a:lnTo>
                <a:lnTo>
                  <a:pt x="0" y="1123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7"/>
          <p:cNvSpPr/>
          <p:nvPr/>
        </p:nvSpPr>
        <p:spPr>
          <a:xfrm rot="-1719795">
            <a:off x="14887663" y="4905355"/>
            <a:ext cx="1301012" cy="1123749"/>
          </a:xfrm>
          <a:custGeom>
            <a:rect b="b" l="l" r="r" t="t"/>
            <a:pathLst>
              <a:path extrusionOk="0" h="1123749" w="1301012">
                <a:moveTo>
                  <a:pt x="0" y="0"/>
                </a:moveTo>
                <a:lnTo>
                  <a:pt x="1301012" y="0"/>
                </a:lnTo>
                <a:lnTo>
                  <a:pt x="1301012" y="1123749"/>
                </a:lnTo>
                <a:lnTo>
                  <a:pt x="0" y="1123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3" name="Google Shape;223;p7"/>
          <p:cNvGrpSpPr/>
          <p:nvPr/>
        </p:nvGrpSpPr>
        <p:grpSpPr>
          <a:xfrm>
            <a:off x="14011104" y="3808590"/>
            <a:ext cx="3929333" cy="999782"/>
            <a:chOff x="0" y="-28575"/>
            <a:chExt cx="5239110" cy="1333044"/>
          </a:xfrm>
        </p:grpSpPr>
        <p:sp>
          <p:nvSpPr>
            <p:cNvPr id="224" name="Google Shape;224;p7"/>
            <p:cNvSpPr txBox="1"/>
            <p:nvPr/>
          </p:nvSpPr>
          <p:spPr>
            <a:xfrm>
              <a:off x="0" y="-28575"/>
              <a:ext cx="5239110" cy="63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1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Caso de uso extendido</a:t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0" y="811751"/>
              <a:ext cx="5239110" cy="492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6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6536713" y="4418531"/>
            <a:ext cx="5214573" cy="3037489"/>
          </a:xfrm>
          <a:custGeom>
            <a:rect b="b" l="l" r="r" t="t"/>
            <a:pathLst>
              <a:path extrusionOk="0" h="3037489" w="5214573">
                <a:moveTo>
                  <a:pt x="0" y="0"/>
                </a:moveTo>
                <a:lnTo>
                  <a:pt x="5214574" y="0"/>
                </a:lnTo>
                <a:lnTo>
                  <a:pt x="5214574" y="3037489"/>
                </a:lnTo>
                <a:lnTo>
                  <a:pt x="0" y="3037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1" name="Google Shape;231;p8"/>
          <p:cNvGrpSpPr/>
          <p:nvPr/>
        </p:nvGrpSpPr>
        <p:grpSpPr>
          <a:xfrm>
            <a:off x="2251628" y="3009976"/>
            <a:ext cx="3993559" cy="785894"/>
            <a:chOff x="0" y="-28575"/>
            <a:chExt cx="5324745" cy="1047859"/>
          </a:xfrm>
        </p:grpSpPr>
        <p:sp>
          <p:nvSpPr>
            <p:cNvPr id="232" name="Google Shape;232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Angular</a:t>
              </a:r>
              <a:endParaRPr/>
            </a:p>
          </p:txBody>
        </p:sp>
      </p:grpSp>
      <p:sp>
        <p:nvSpPr>
          <p:cNvPr id="234" name="Google Shape;234;p8"/>
          <p:cNvSpPr/>
          <p:nvPr/>
        </p:nvSpPr>
        <p:spPr>
          <a:xfrm rot="1938872">
            <a:off x="-909524" y="475120"/>
            <a:ext cx="3488136" cy="3012877"/>
          </a:xfrm>
          <a:custGeom>
            <a:rect b="b" l="l" r="r" t="t"/>
            <a:pathLst>
              <a:path extrusionOk="0" h="3012877" w="3488136">
                <a:moveTo>
                  <a:pt x="0" y="0"/>
                </a:moveTo>
                <a:lnTo>
                  <a:pt x="3488136" y="0"/>
                </a:lnTo>
                <a:lnTo>
                  <a:pt x="3488136" y="3012877"/>
                </a:lnTo>
                <a:lnTo>
                  <a:pt x="0" y="3012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8"/>
          <p:cNvSpPr/>
          <p:nvPr/>
        </p:nvSpPr>
        <p:spPr>
          <a:xfrm rot="1938872">
            <a:off x="2529843" y="-250333"/>
            <a:ext cx="1813312" cy="1566248"/>
          </a:xfrm>
          <a:custGeom>
            <a:rect b="b" l="l" r="r" t="t"/>
            <a:pathLst>
              <a:path extrusionOk="0" h="1566248" w="1813312">
                <a:moveTo>
                  <a:pt x="0" y="0"/>
                </a:moveTo>
                <a:lnTo>
                  <a:pt x="1813312" y="0"/>
                </a:lnTo>
                <a:lnTo>
                  <a:pt x="1813312" y="1566249"/>
                </a:lnTo>
                <a:lnTo>
                  <a:pt x="0" y="1566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8"/>
          <p:cNvSpPr txBox="1"/>
          <p:nvPr/>
        </p:nvSpPr>
        <p:spPr>
          <a:xfrm>
            <a:off x="6627353" y="901423"/>
            <a:ext cx="5033295" cy="1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/>
          </a:p>
          <a:p>
            <a:pPr indent="0" lvl="0" marL="0" marR="0" rtl="0" algn="ctr">
              <a:lnSpc>
                <a:spcPct val="121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usadas</a:t>
            </a:r>
            <a:endParaRPr/>
          </a:p>
        </p:txBody>
      </p:sp>
      <p:grpSp>
        <p:nvGrpSpPr>
          <p:cNvPr id="237" name="Google Shape;237;p8"/>
          <p:cNvGrpSpPr/>
          <p:nvPr/>
        </p:nvGrpSpPr>
        <p:grpSpPr>
          <a:xfrm>
            <a:off x="12052827" y="3007424"/>
            <a:ext cx="3993559" cy="785894"/>
            <a:chOff x="0" y="-28575"/>
            <a:chExt cx="5324745" cy="1047859"/>
          </a:xfrm>
        </p:grpSpPr>
        <p:sp>
          <p:nvSpPr>
            <p:cNvPr id="238" name="Google Shape;238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MySQL</a:t>
              </a:r>
              <a:endParaRPr/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13218137" y="5151382"/>
            <a:ext cx="3993559" cy="785894"/>
            <a:chOff x="0" y="-28575"/>
            <a:chExt cx="5324745" cy="1047859"/>
          </a:xfrm>
        </p:grpSpPr>
        <p:sp>
          <p:nvSpPr>
            <p:cNvPr id="241" name="Google Shape;241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GitHub</a:t>
              </a:r>
              <a:endParaRPr/>
            </a:p>
          </p:txBody>
        </p:sp>
      </p:grpSp>
      <p:grpSp>
        <p:nvGrpSpPr>
          <p:cNvPr id="243" name="Google Shape;243;p8"/>
          <p:cNvGrpSpPr/>
          <p:nvPr/>
        </p:nvGrpSpPr>
        <p:grpSpPr>
          <a:xfrm>
            <a:off x="1076304" y="5151382"/>
            <a:ext cx="3993559" cy="785894"/>
            <a:chOff x="0" y="-28575"/>
            <a:chExt cx="5324745" cy="1047859"/>
          </a:xfrm>
        </p:grpSpPr>
        <p:sp>
          <p:nvSpPr>
            <p:cNvPr id="244" name="Google Shape;244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r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r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Django</a:t>
              </a:r>
              <a:endParaRPr/>
            </a:p>
          </p:txBody>
        </p:sp>
      </p:grpSp>
      <p:grpSp>
        <p:nvGrpSpPr>
          <p:cNvPr id="246" name="Google Shape;246;p8"/>
          <p:cNvGrpSpPr/>
          <p:nvPr/>
        </p:nvGrpSpPr>
        <p:grpSpPr>
          <a:xfrm>
            <a:off x="11539493" y="8025139"/>
            <a:ext cx="3993559" cy="785894"/>
            <a:chOff x="0" y="-28575"/>
            <a:chExt cx="5324745" cy="1047859"/>
          </a:xfrm>
        </p:grpSpPr>
        <p:sp>
          <p:nvSpPr>
            <p:cNvPr id="247" name="Google Shape;247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  <a:endParaRPr/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3733460" y="8053714"/>
            <a:ext cx="3993559" cy="785894"/>
            <a:chOff x="0" y="-28575"/>
            <a:chExt cx="5324745" cy="1047859"/>
          </a:xfrm>
        </p:grpSpPr>
        <p:sp>
          <p:nvSpPr>
            <p:cNvPr id="250" name="Google Shape;250;p8"/>
            <p:cNvSpPr txBox="1"/>
            <p:nvPr/>
          </p:nvSpPr>
          <p:spPr>
            <a:xfrm>
              <a:off x="0" y="657588"/>
              <a:ext cx="5324745" cy="36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r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0" y="-28575"/>
              <a:ext cx="5324745" cy="50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r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Visual Studio Code</a:t>
              </a:r>
              <a:endParaRPr/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9"/>
          <p:cNvGrpSpPr/>
          <p:nvPr/>
        </p:nvGrpSpPr>
        <p:grpSpPr>
          <a:xfrm>
            <a:off x="7163422" y="1237378"/>
            <a:ext cx="1486530" cy="1486530"/>
            <a:chOff x="0" y="0"/>
            <a:chExt cx="642877" cy="642877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642877" cy="642877"/>
            </a:xfrm>
            <a:custGeom>
              <a:rect b="b" l="l" r="r" t="t"/>
              <a:pathLst>
                <a:path extrusionOk="0" h="642877" w="642877">
                  <a:moveTo>
                    <a:pt x="0" y="0"/>
                  </a:moveTo>
                  <a:lnTo>
                    <a:pt x="642877" y="0"/>
                  </a:lnTo>
                  <a:lnTo>
                    <a:pt x="642877" y="642877"/>
                  </a:lnTo>
                  <a:lnTo>
                    <a:pt x="0" y="642877"/>
                  </a:lnTo>
                  <a:close/>
                </a:path>
              </a:pathLst>
            </a:custGeom>
            <a:solidFill>
              <a:srgbClr val="CFF0EC"/>
            </a:solidFill>
            <a:ln cap="sq" cmpd="sng" w="17145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9" name="Google Shape;259;p9"/>
            <p:cNvSpPr txBox="1"/>
            <p:nvPr/>
          </p:nvSpPr>
          <p:spPr>
            <a:xfrm>
              <a:off x="0" y="19050"/>
              <a:ext cx="642877" cy="6238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60" name="Google Shape;260;p9"/>
          <p:cNvGrpSpPr/>
          <p:nvPr/>
        </p:nvGrpSpPr>
        <p:grpSpPr>
          <a:xfrm>
            <a:off x="7163422" y="3353654"/>
            <a:ext cx="1486530" cy="1486530"/>
            <a:chOff x="0" y="0"/>
            <a:chExt cx="642877" cy="642877"/>
          </a:xfrm>
        </p:grpSpPr>
        <p:sp>
          <p:nvSpPr>
            <p:cNvPr id="261" name="Google Shape;261;p9"/>
            <p:cNvSpPr/>
            <p:nvPr/>
          </p:nvSpPr>
          <p:spPr>
            <a:xfrm>
              <a:off x="0" y="0"/>
              <a:ext cx="642877" cy="642877"/>
            </a:xfrm>
            <a:custGeom>
              <a:rect b="b" l="l" r="r" t="t"/>
              <a:pathLst>
                <a:path extrusionOk="0" h="642877" w="642877">
                  <a:moveTo>
                    <a:pt x="0" y="0"/>
                  </a:moveTo>
                  <a:lnTo>
                    <a:pt x="642877" y="0"/>
                  </a:lnTo>
                  <a:lnTo>
                    <a:pt x="642877" y="642877"/>
                  </a:lnTo>
                  <a:lnTo>
                    <a:pt x="0" y="642877"/>
                  </a:lnTo>
                  <a:close/>
                </a:path>
              </a:pathLst>
            </a:custGeom>
            <a:solidFill>
              <a:srgbClr val="CFF0EC"/>
            </a:solidFill>
            <a:ln cap="sq" cmpd="sng" w="17145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2" name="Google Shape;262;p9"/>
            <p:cNvSpPr txBox="1"/>
            <p:nvPr/>
          </p:nvSpPr>
          <p:spPr>
            <a:xfrm>
              <a:off x="0" y="19050"/>
              <a:ext cx="642877" cy="6238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7163422" y="5469930"/>
            <a:ext cx="1486530" cy="1486530"/>
            <a:chOff x="0" y="0"/>
            <a:chExt cx="642877" cy="642877"/>
          </a:xfrm>
        </p:grpSpPr>
        <p:sp>
          <p:nvSpPr>
            <p:cNvPr id="264" name="Google Shape;264;p9"/>
            <p:cNvSpPr/>
            <p:nvPr/>
          </p:nvSpPr>
          <p:spPr>
            <a:xfrm>
              <a:off x="0" y="0"/>
              <a:ext cx="642877" cy="642877"/>
            </a:xfrm>
            <a:custGeom>
              <a:rect b="b" l="l" r="r" t="t"/>
              <a:pathLst>
                <a:path extrusionOk="0" h="642877" w="642877">
                  <a:moveTo>
                    <a:pt x="0" y="0"/>
                  </a:moveTo>
                  <a:lnTo>
                    <a:pt x="642877" y="0"/>
                  </a:lnTo>
                  <a:lnTo>
                    <a:pt x="642877" y="642877"/>
                  </a:lnTo>
                  <a:lnTo>
                    <a:pt x="0" y="642877"/>
                  </a:lnTo>
                  <a:close/>
                </a:path>
              </a:pathLst>
            </a:custGeom>
            <a:solidFill>
              <a:srgbClr val="CFF0EC"/>
            </a:solidFill>
            <a:ln cap="sq" cmpd="sng" w="17145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5" name="Google Shape;265;p9"/>
            <p:cNvSpPr txBox="1"/>
            <p:nvPr/>
          </p:nvSpPr>
          <p:spPr>
            <a:xfrm>
              <a:off x="0" y="19050"/>
              <a:ext cx="642877" cy="6238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66" name="Google Shape;266;p9"/>
          <p:cNvGrpSpPr/>
          <p:nvPr/>
        </p:nvGrpSpPr>
        <p:grpSpPr>
          <a:xfrm>
            <a:off x="7163422" y="7586207"/>
            <a:ext cx="1486530" cy="1486530"/>
            <a:chOff x="0" y="0"/>
            <a:chExt cx="642877" cy="642877"/>
          </a:xfrm>
        </p:grpSpPr>
        <p:sp>
          <p:nvSpPr>
            <p:cNvPr id="267" name="Google Shape;267;p9"/>
            <p:cNvSpPr/>
            <p:nvPr/>
          </p:nvSpPr>
          <p:spPr>
            <a:xfrm>
              <a:off x="0" y="0"/>
              <a:ext cx="642877" cy="642877"/>
            </a:xfrm>
            <a:custGeom>
              <a:rect b="b" l="l" r="r" t="t"/>
              <a:pathLst>
                <a:path extrusionOk="0" h="642877" w="642877">
                  <a:moveTo>
                    <a:pt x="0" y="0"/>
                  </a:moveTo>
                  <a:lnTo>
                    <a:pt x="642877" y="0"/>
                  </a:lnTo>
                  <a:lnTo>
                    <a:pt x="642877" y="642877"/>
                  </a:lnTo>
                  <a:lnTo>
                    <a:pt x="0" y="642877"/>
                  </a:lnTo>
                  <a:close/>
                </a:path>
              </a:pathLst>
            </a:custGeom>
            <a:solidFill>
              <a:srgbClr val="CFF0EC"/>
            </a:solidFill>
            <a:ln cap="sq" cmpd="sng" w="17145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8" name="Google Shape;268;p9"/>
            <p:cNvSpPr txBox="1"/>
            <p:nvPr/>
          </p:nvSpPr>
          <p:spPr>
            <a:xfrm>
              <a:off x="0" y="19050"/>
              <a:ext cx="642877" cy="6238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69" name="Google Shape;269;p9"/>
          <p:cNvSpPr/>
          <p:nvPr/>
        </p:nvSpPr>
        <p:spPr>
          <a:xfrm>
            <a:off x="631129" y="4496655"/>
            <a:ext cx="5358932" cy="5872802"/>
          </a:xfrm>
          <a:custGeom>
            <a:rect b="b" l="l" r="r" t="t"/>
            <a:pathLst>
              <a:path extrusionOk="0" h="5872802" w="5358932">
                <a:moveTo>
                  <a:pt x="0" y="0"/>
                </a:moveTo>
                <a:lnTo>
                  <a:pt x="5358932" y="0"/>
                </a:lnTo>
                <a:lnTo>
                  <a:pt x="5358932" y="5872802"/>
                </a:lnTo>
                <a:lnTo>
                  <a:pt x="0" y="5872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0" name="Google Shape;270;p9"/>
          <p:cNvGrpSpPr/>
          <p:nvPr/>
        </p:nvGrpSpPr>
        <p:grpSpPr>
          <a:xfrm>
            <a:off x="9144000" y="3638223"/>
            <a:ext cx="7318261" cy="858431"/>
            <a:chOff x="0" y="-28575"/>
            <a:chExt cx="9757681" cy="1144576"/>
          </a:xfrm>
        </p:grpSpPr>
        <p:sp>
          <p:nvSpPr>
            <p:cNvPr id="271" name="Google Shape;271;p9"/>
            <p:cNvSpPr txBox="1"/>
            <p:nvPr/>
          </p:nvSpPr>
          <p:spPr>
            <a:xfrm>
              <a:off x="0" y="-28575"/>
              <a:ext cx="9757681" cy="567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Riesgo de seguridad</a:t>
              </a:r>
              <a:endParaRPr/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0" y="665786"/>
              <a:ext cx="9757681" cy="45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Protección de datos.</a:t>
              </a:r>
              <a:endParaRPr/>
            </a:p>
          </p:txBody>
        </p:sp>
      </p:grpSp>
      <p:grpSp>
        <p:nvGrpSpPr>
          <p:cNvPr id="273" name="Google Shape;273;p9"/>
          <p:cNvGrpSpPr/>
          <p:nvPr/>
        </p:nvGrpSpPr>
        <p:grpSpPr>
          <a:xfrm>
            <a:off x="9144000" y="5742049"/>
            <a:ext cx="7318261" cy="845581"/>
            <a:chOff x="0" y="-28575"/>
            <a:chExt cx="9757681" cy="1127441"/>
          </a:xfrm>
        </p:grpSpPr>
        <p:sp>
          <p:nvSpPr>
            <p:cNvPr id="274" name="Google Shape;274;p9"/>
            <p:cNvSpPr txBox="1"/>
            <p:nvPr/>
          </p:nvSpPr>
          <p:spPr>
            <a:xfrm>
              <a:off x="0" y="-28575"/>
              <a:ext cx="9757681" cy="567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Riesgo de tiempo</a:t>
              </a:r>
              <a:endParaRPr/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0" y="648651"/>
              <a:ext cx="9757681" cy="45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Planificación estricta.</a:t>
              </a:r>
              <a:endParaRPr/>
            </a:p>
          </p:txBody>
        </p:sp>
      </p:grpSp>
      <p:grpSp>
        <p:nvGrpSpPr>
          <p:cNvPr id="276" name="Google Shape;276;p9"/>
          <p:cNvGrpSpPr/>
          <p:nvPr/>
        </p:nvGrpSpPr>
        <p:grpSpPr>
          <a:xfrm>
            <a:off x="9144000" y="7833024"/>
            <a:ext cx="7318261" cy="858431"/>
            <a:chOff x="0" y="-28575"/>
            <a:chExt cx="9757681" cy="1144576"/>
          </a:xfrm>
        </p:grpSpPr>
        <p:sp>
          <p:nvSpPr>
            <p:cNvPr id="277" name="Google Shape;277;p9"/>
            <p:cNvSpPr txBox="1"/>
            <p:nvPr/>
          </p:nvSpPr>
          <p:spPr>
            <a:xfrm>
              <a:off x="0" y="-28575"/>
              <a:ext cx="9757681" cy="567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Mitigación.</a:t>
              </a:r>
              <a:endParaRPr/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0" y="665786"/>
              <a:ext cx="9757681" cy="45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Pruebas y validaciones.</a:t>
              </a:r>
              <a:endParaRPr/>
            </a:p>
          </p:txBody>
        </p:sp>
      </p:grpSp>
      <p:grpSp>
        <p:nvGrpSpPr>
          <p:cNvPr id="279" name="Google Shape;279;p9"/>
          <p:cNvGrpSpPr/>
          <p:nvPr/>
        </p:nvGrpSpPr>
        <p:grpSpPr>
          <a:xfrm>
            <a:off x="9144000" y="1543924"/>
            <a:ext cx="7318261" cy="852006"/>
            <a:chOff x="0" y="-28575"/>
            <a:chExt cx="9757681" cy="1136009"/>
          </a:xfrm>
        </p:grpSpPr>
        <p:sp>
          <p:nvSpPr>
            <p:cNvPr id="280" name="Google Shape;280;p9"/>
            <p:cNvSpPr txBox="1"/>
            <p:nvPr/>
          </p:nvSpPr>
          <p:spPr>
            <a:xfrm>
              <a:off x="0" y="-28575"/>
              <a:ext cx="9757681" cy="567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Riesgo técnico</a:t>
              </a:r>
              <a:endParaRPr/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0" y="657219"/>
              <a:ext cx="9757681" cy="45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Integración de API.</a:t>
              </a:r>
              <a:endParaRPr/>
            </a:p>
          </p:txBody>
        </p:sp>
      </p:grpSp>
      <p:grpSp>
        <p:nvGrpSpPr>
          <p:cNvPr id="282" name="Google Shape;282;p9"/>
          <p:cNvGrpSpPr/>
          <p:nvPr/>
        </p:nvGrpSpPr>
        <p:grpSpPr>
          <a:xfrm>
            <a:off x="1028700" y="1243945"/>
            <a:ext cx="5761579" cy="2952782"/>
            <a:chOff x="0" y="-9525"/>
            <a:chExt cx="7682105" cy="3937042"/>
          </a:xfrm>
        </p:grpSpPr>
        <p:sp>
          <p:nvSpPr>
            <p:cNvPr id="283" name="Google Shape;283;p9"/>
            <p:cNvSpPr txBox="1"/>
            <p:nvPr/>
          </p:nvSpPr>
          <p:spPr>
            <a:xfrm>
              <a:off x="0" y="-9525"/>
              <a:ext cx="7682105" cy="246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41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Estimación de Riesgos.</a:t>
              </a:r>
              <a:endParaRPr/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0" y="3521161"/>
              <a:ext cx="6645078" cy="406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3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9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0"/>
          <p:cNvGrpSpPr/>
          <p:nvPr/>
        </p:nvGrpSpPr>
        <p:grpSpPr>
          <a:xfrm>
            <a:off x="671104" y="3270466"/>
            <a:ext cx="2651043" cy="2803988"/>
            <a:chOff x="0" y="-9525"/>
            <a:chExt cx="446952" cy="472738"/>
          </a:xfrm>
        </p:grpSpPr>
        <p:sp>
          <p:nvSpPr>
            <p:cNvPr id="291" name="Google Shape;291;p10"/>
            <p:cNvSpPr/>
            <p:nvPr/>
          </p:nvSpPr>
          <p:spPr>
            <a:xfrm>
              <a:off x="0" y="0"/>
              <a:ext cx="446952" cy="463213"/>
            </a:xfrm>
            <a:custGeom>
              <a:rect b="b" l="l" r="r" t="t"/>
              <a:pathLst>
                <a:path extrusionOk="0" h="463213" w="446952">
                  <a:moveTo>
                    <a:pt x="0" y="0"/>
                  </a:moveTo>
                  <a:lnTo>
                    <a:pt x="446952" y="0"/>
                  </a:lnTo>
                  <a:lnTo>
                    <a:pt x="446952" y="463213"/>
                  </a:lnTo>
                  <a:lnTo>
                    <a:pt x="0" y="463213"/>
                  </a:lnTo>
                  <a:close/>
                </a:path>
              </a:pathLst>
            </a:custGeom>
            <a:solidFill>
              <a:srgbClr val="CFF0EC"/>
            </a:solidFill>
            <a:ln cap="sq" cmpd="sng" w="2286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2" name="Google Shape;292;p10"/>
            <p:cNvSpPr txBox="1"/>
            <p:nvPr/>
          </p:nvSpPr>
          <p:spPr>
            <a:xfrm>
              <a:off x="0" y="-9525"/>
              <a:ext cx="446952" cy="47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23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Análisis y diseño </a:t>
              </a:r>
              <a:endParaRPr/>
            </a:p>
          </p:txBody>
        </p:sp>
      </p:grpSp>
      <p:grpSp>
        <p:nvGrpSpPr>
          <p:cNvPr id="293" name="Google Shape;293;p10"/>
          <p:cNvGrpSpPr/>
          <p:nvPr/>
        </p:nvGrpSpPr>
        <p:grpSpPr>
          <a:xfrm>
            <a:off x="4606732" y="3270466"/>
            <a:ext cx="2777224" cy="2728348"/>
            <a:chOff x="0" y="-9525"/>
            <a:chExt cx="468225" cy="459985"/>
          </a:xfrm>
        </p:grpSpPr>
        <p:sp>
          <p:nvSpPr>
            <p:cNvPr id="294" name="Google Shape;294;p10"/>
            <p:cNvSpPr/>
            <p:nvPr/>
          </p:nvSpPr>
          <p:spPr>
            <a:xfrm>
              <a:off x="0" y="0"/>
              <a:ext cx="468225" cy="450460"/>
            </a:xfrm>
            <a:custGeom>
              <a:rect b="b" l="l" r="r" t="t"/>
              <a:pathLst>
                <a:path extrusionOk="0" h="450460" w="468225">
                  <a:moveTo>
                    <a:pt x="0" y="0"/>
                  </a:moveTo>
                  <a:lnTo>
                    <a:pt x="468225" y="0"/>
                  </a:lnTo>
                  <a:lnTo>
                    <a:pt x="468225" y="450460"/>
                  </a:lnTo>
                  <a:lnTo>
                    <a:pt x="0" y="450460"/>
                  </a:lnTo>
                  <a:close/>
                </a:path>
              </a:pathLst>
            </a:custGeom>
            <a:solidFill>
              <a:srgbClr val="CFF0EC"/>
            </a:solidFill>
            <a:ln cap="sq" cmpd="sng" w="2286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5" name="Google Shape;295;p10"/>
            <p:cNvSpPr txBox="1"/>
            <p:nvPr/>
          </p:nvSpPr>
          <p:spPr>
            <a:xfrm>
              <a:off x="0" y="-9525"/>
              <a:ext cx="468225" cy="459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23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Desarrollo</a:t>
              </a:r>
              <a:endParaRPr/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8901853" y="3173720"/>
            <a:ext cx="2958762" cy="2825094"/>
            <a:chOff x="0" y="-9525"/>
            <a:chExt cx="498832" cy="476296"/>
          </a:xfrm>
        </p:grpSpPr>
        <p:sp>
          <p:nvSpPr>
            <p:cNvPr id="297" name="Google Shape;297;p10"/>
            <p:cNvSpPr/>
            <p:nvPr/>
          </p:nvSpPr>
          <p:spPr>
            <a:xfrm>
              <a:off x="0" y="0"/>
              <a:ext cx="498832" cy="466771"/>
            </a:xfrm>
            <a:custGeom>
              <a:rect b="b" l="l" r="r" t="t"/>
              <a:pathLst>
                <a:path extrusionOk="0" h="466771" w="498832">
                  <a:moveTo>
                    <a:pt x="0" y="0"/>
                  </a:moveTo>
                  <a:lnTo>
                    <a:pt x="498832" y="0"/>
                  </a:lnTo>
                  <a:lnTo>
                    <a:pt x="498832" y="466771"/>
                  </a:lnTo>
                  <a:lnTo>
                    <a:pt x="0" y="466771"/>
                  </a:lnTo>
                  <a:close/>
                </a:path>
              </a:pathLst>
            </a:custGeom>
            <a:solidFill>
              <a:srgbClr val="CFF0EC"/>
            </a:solidFill>
            <a:ln cap="sq" cmpd="sng" w="2286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8" name="Google Shape;298;p10"/>
            <p:cNvSpPr txBox="1"/>
            <p:nvPr/>
          </p:nvSpPr>
          <p:spPr>
            <a:xfrm>
              <a:off x="0" y="-9525"/>
              <a:ext cx="498832" cy="476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23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Pruebas</a:t>
              </a:r>
              <a:endParaRPr/>
            </a:p>
          </p:txBody>
        </p:sp>
      </p:grpSp>
      <p:sp>
        <p:nvSpPr>
          <p:cNvPr id="299" name="Google Shape;299;p10"/>
          <p:cNvSpPr/>
          <p:nvPr/>
        </p:nvSpPr>
        <p:spPr>
          <a:xfrm rot="10800000">
            <a:off x="3703147" y="4522075"/>
            <a:ext cx="518691" cy="353358"/>
          </a:xfrm>
          <a:custGeom>
            <a:rect b="b" l="l" r="r" t="t"/>
            <a:pathLst>
              <a:path extrusionOk="0" h="353358" w="518691">
                <a:moveTo>
                  <a:pt x="0" y="0"/>
                </a:moveTo>
                <a:lnTo>
                  <a:pt x="518691" y="0"/>
                </a:lnTo>
                <a:lnTo>
                  <a:pt x="518691" y="353359"/>
                </a:lnTo>
                <a:lnTo>
                  <a:pt x="0" y="353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0"/>
          <p:cNvSpPr/>
          <p:nvPr/>
        </p:nvSpPr>
        <p:spPr>
          <a:xfrm rot="10800000">
            <a:off x="8002162" y="4522075"/>
            <a:ext cx="518691" cy="353358"/>
          </a:xfrm>
          <a:custGeom>
            <a:rect b="b" l="l" r="r" t="t"/>
            <a:pathLst>
              <a:path extrusionOk="0" h="353358" w="518691">
                <a:moveTo>
                  <a:pt x="0" y="0"/>
                </a:moveTo>
                <a:lnTo>
                  <a:pt x="518691" y="0"/>
                </a:lnTo>
                <a:lnTo>
                  <a:pt x="518691" y="353359"/>
                </a:lnTo>
                <a:lnTo>
                  <a:pt x="0" y="353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0"/>
          <p:cNvSpPr/>
          <p:nvPr/>
        </p:nvSpPr>
        <p:spPr>
          <a:xfrm rot="-2423935">
            <a:off x="15912473" y="1682397"/>
            <a:ext cx="3188678" cy="2754221"/>
          </a:xfrm>
          <a:custGeom>
            <a:rect b="b" l="l" r="r" t="t"/>
            <a:pathLst>
              <a:path extrusionOk="0" h="2754221" w="3188678">
                <a:moveTo>
                  <a:pt x="0" y="0"/>
                </a:moveTo>
                <a:lnTo>
                  <a:pt x="3188679" y="0"/>
                </a:lnTo>
                <a:lnTo>
                  <a:pt x="3188679" y="2754221"/>
                </a:lnTo>
                <a:lnTo>
                  <a:pt x="0" y="2754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0"/>
          <p:cNvSpPr/>
          <p:nvPr/>
        </p:nvSpPr>
        <p:spPr>
          <a:xfrm rot="-2423935">
            <a:off x="12785181" y="-70095"/>
            <a:ext cx="2089334" cy="1804662"/>
          </a:xfrm>
          <a:custGeom>
            <a:rect b="b" l="l" r="r" t="t"/>
            <a:pathLst>
              <a:path extrusionOk="0" h="1804662" w="2089334">
                <a:moveTo>
                  <a:pt x="0" y="0"/>
                </a:moveTo>
                <a:lnTo>
                  <a:pt x="2089334" y="0"/>
                </a:lnTo>
                <a:lnTo>
                  <a:pt x="2089334" y="1804662"/>
                </a:lnTo>
                <a:lnTo>
                  <a:pt x="0" y="18046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0"/>
          <p:cNvSpPr/>
          <p:nvPr/>
        </p:nvSpPr>
        <p:spPr>
          <a:xfrm>
            <a:off x="14039999" y="6517246"/>
            <a:ext cx="2392449" cy="3709223"/>
          </a:xfrm>
          <a:custGeom>
            <a:rect b="b" l="l" r="r" t="t"/>
            <a:pathLst>
              <a:path extrusionOk="0" h="3709223" w="2392449">
                <a:moveTo>
                  <a:pt x="0" y="0"/>
                </a:moveTo>
                <a:lnTo>
                  <a:pt x="2392448" y="0"/>
                </a:lnTo>
                <a:lnTo>
                  <a:pt x="2392448" y="3709223"/>
                </a:lnTo>
                <a:lnTo>
                  <a:pt x="0" y="3709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0"/>
          <p:cNvSpPr txBox="1"/>
          <p:nvPr/>
        </p:nvSpPr>
        <p:spPr>
          <a:xfrm>
            <a:off x="1949085" y="1045151"/>
            <a:ext cx="9099593" cy="860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A9091"/>
                </a:solidFill>
                <a:latin typeface="Arial"/>
                <a:ea typeface="Arial"/>
                <a:cs typeface="Arial"/>
                <a:sym typeface="Arial"/>
              </a:rPr>
              <a:t>Planificación.</a:t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 rot="3918983">
            <a:off x="-780254" y="7881190"/>
            <a:ext cx="3188678" cy="2754221"/>
          </a:xfrm>
          <a:custGeom>
            <a:rect b="b" l="l" r="r" t="t"/>
            <a:pathLst>
              <a:path extrusionOk="0" h="2754221" w="3188678">
                <a:moveTo>
                  <a:pt x="0" y="0"/>
                </a:moveTo>
                <a:lnTo>
                  <a:pt x="3188678" y="0"/>
                </a:lnTo>
                <a:lnTo>
                  <a:pt x="3188678" y="2754220"/>
                </a:lnTo>
                <a:lnTo>
                  <a:pt x="0" y="2754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0"/>
          <p:cNvSpPr/>
          <p:nvPr/>
        </p:nvSpPr>
        <p:spPr>
          <a:xfrm rot="3918983">
            <a:off x="2727998" y="8449849"/>
            <a:ext cx="1795585" cy="1550937"/>
          </a:xfrm>
          <a:custGeom>
            <a:rect b="b" l="l" r="r" t="t"/>
            <a:pathLst>
              <a:path extrusionOk="0" h="1550937" w="1795585">
                <a:moveTo>
                  <a:pt x="0" y="0"/>
                </a:moveTo>
                <a:lnTo>
                  <a:pt x="1795586" y="0"/>
                </a:lnTo>
                <a:lnTo>
                  <a:pt x="1795586" y="1550937"/>
                </a:lnTo>
                <a:lnTo>
                  <a:pt x="0" y="1550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7" name="Google Shape;307;p10"/>
          <p:cNvGrpSpPr/>
          <p:nvPr/>
        </p:nvGrpSpPr>
        <p:grpSpPr>
          <a:xfrm>
            <a:off x="13141306" y="3117223"/>
            <a:ext cx="2958762" cy="2881591"/>
            <a:chOff x="0" y="-19050"/>
            <a:chExt cx="498832" cy="485821"/>
          </a:xfrm>
        </p:grpSpPr>
        <p:sp>
          <p:nvSpPr>
            <p:cNvPr id="308" name="Google Shape;308;p10"/>
            <p:cNvSpPr/>
            <p:nvPr/>
          </p:nvSpPr>
          <p:spPr>
            <a:xfrm>
              <a:off x="0" y="0"/>
              <a:ext cx="498832" cy="466771"/>
            </a:xfrm>
            <a:custGeom>
              <a:rect b="b" l="l" r="r" t="t"/>
              <a:pathLst>
                <a:path extrusionOk="0" h="466771" w="498832">
                  <a:moveTo>
                    <a:pt x="0" y="0"/>
                  </a:moveTo>
                  <a:lnTo>
                    <a:pt x="498832" y="0"/>
                  </a:lnTo>
                  <a:lnTo>
                    <a:pt x="498832" y="466771"/>
                  </a:lnTo>
                  <a:lnTo>
                    <a:pt x="0" y="466771"/>
                  </a:lnTo>
                  <a:close/>
                </a:path>
              </a:pathLst>
            </a:custGeom>
            <a:solidFill>
              <a:srgbClr val="CFF0EC"/>
            </a:solidFill>
            <a:ln cap="sq" cmpd="sng" w="2286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9" name="Google Shape;309;p10"/>
            <p:cNvSpPr txBox="1"/>
            <p:nvPr/>
          </p:nvSpPr>
          <p:spPr>
            <a:xfrm>
              <a:off x="0" y="-19050"/>
              <a:ext cx="498832" cy="485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Implementación</a:t>
              </a:r>
              <a:endParaRPr/>
            </a:p>
          </p:txBody>
        </p:sp>
      </p:grpSp>
      <p:sp>
        <p:nvSpPr>
          <p:cNvPr id="310" name="Google Shape;310;p10"/>
          <p:cNvSpPr/>
          <p:nvPr/>
        </p:nvSpPr>
        <p:spPr>
          <a:xfrm rot="10800000">
            <a:off x="12241615" y="4522075"/>
            <a:ext cx="518691" cy="353358"/>
          </a:xfrm>
          <a:custGeom>
            <a:rect b="b" l="l" r="r" t="t"/>
            <a:pathLst>
              <a:path extrusionOk="0" h="353358" w="518691">
                <a:moveTo>
                  <a:pt x="0" y="0"/>
                </a:moveTo>
                <a:lnTo>
                  <a:pt x="518691" y="0"/>
                </a:lnTo>
                <a:lnTo>
                  <a:pt x="518691" y="353359"/>
                </a:lnTo>
                <a:lnTo>
                  <a:pt x="0" y="353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1" name="Google Shape;311;p10"/>
          <p:cNvGrpSpPr/>
          <p:nvPr/>
        </p:nvGrpSpPr>
        <p:grpSpPr>
          <a:xfrm>
            <a:off x="6782127" y="6931063"/>
            <a:ext cx="2958762" cy="2825094"/>
            <a:chOff x="0" y="-9525"/>
            <a:chExt cx="498832" cy="476296"/>
          </a:xfrm>
        </p:grpSpPr>
        <p:sp>
          <p:nvSpPr>
            <p:cNvPr id="312" name="Google Shape;312;p10"/>
            <p:cNvSpPr/>
            <p:nvPr/>
          </p:nvSpPr>
          <p:spPr>
            <a:xfrm>
              <a:off x="0" y="0"/>
              <a:ext cx="498832" cy="466771"/>
            </a:xfrm>
            <a:custGeom>
              <a:rect b="b" l="l" r="r" t="t"/>
              <a:pathLst>
                <a:path extrusionOk="0" h="466771" w="498832">
                  <a:moveTo>
                    <a:pt x="0" y="0"/>
                  </a:moveTo>
                  <a:lnTo>
                    <a:pt x="498832" y="0"/>
                  </a:lnTo>
                  <a:lnTo>
                    <a:pt x="498832" y="466771"/>
                  </a:lnTo>
                  <a:lnTo>
                    <a:pt x="0" y="466771"/>
                  </a:lnTo>
                  <a:close/>
                </a:path>
              </a:pathLst>
            </a:custGeom>
            <a:solidFill>
              <a:srgbClr val="CFF0EC"/>
            </a:solidFill>
            <a:ln cap="sq" cmpd="sng" w="2286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3" name="Google Shape;313;p10"/>
            <p:cNvSpPr txBox="1"/>
            <p:nvPr/>
          </p:nvSpPr>
          <p:spPr>
            <a:xfrm>
              <a:off x="0" y="-9525"/>
              <a:ext cx="498832" cy="476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23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9" u="sng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Carta Gantt</a:t>
              </a:r>
              <a:endParaRPr/>
            </a:p>
          </p:txBody>
        </p:sp>
      </p:grpSp>
      <p:sp>
        <p:nvSpPr>
          <p:cNvPr id="314" name="Google Shape;314;p10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/>
          <p:nvPr/>
        </p:nvSpPr>
        <p:spPr>
          <a:xfrm>
            <a:off x="1028700" y="1736032"/>
            <a:ext cx="4123036" cy="6814935"/>
          </a:xfrm>
          <a:custGeom>
            <a:rect b="b" l="l" r="r" t="t"/>
            <a:pathLst>
              <a:path extrusionOk="0" h="6814935" w="4123036">
                <a:moveTo>
                  <a:pt x="0" y="0"/>
                </a:moveTo>
                <a:lnTo>
                  <a:pt x="4123036" y="0"/>
                </a:lnTo>
                <a:lnTo>
                  <a:pt x="4123036" y="6814936"/>
                </a:lnTo>
                <a:lnTo>
                  <a:pt x="0" y="681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0" name="Google Shape;320;p11"/>
          <p:cNvGrpSpPr/>
          <p:nvPr/>
        </p:nvGrpSpPr>
        <p:grpSpPr>
          <a:xfrm>
            <a:off x="5698980" y="448050"/>
            <a:ext cx="6394951" cy="1679827"/>
            <a:chOff x="0" y="19050"/>
            <a:chExt cx="8526602" cy="2239769"/>
          </a:xfrm>
        </p:grpSpPr>
        <p:sp>
          <p:nvSpPr>
            <p:cNvPr id="321" name="Google Shape;321;p11"/>
            <p:cNvSpPr txBox="1"/>
            <p:nvPr/>
          </p:nvSpPr>
          <p:spPr>
            <a:xfrm>
              <a:off x="0" y="19050"/>
              <a:ext cx="8526602" cy="1122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695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Costos Estimados</a:t>
              </a:r>
              <a:endParaRPr/>
            </a:p>
          </p:txBody>
        </p:sp>
        <p:sp>
          <p:nvSpPr>
            <p:cNvPr id="322" name="Google Shape;322;p11"/>
            <p:cNvSpPr txBox="1"/>
            <p:nvPr/>
          </p:nvSpPr>
          <p:spPr>
            <a:xfrm>
              <a:off x="0" y="1637512"/>
              <a:ext cx="8526602" cy="621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8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11"/>
          <p:cNvGrpSpPr/>
          <p:nvPr/>
        </p:nvGrpSpPr>
        <p:grpSpPr>
          <a:xfrm>
            <a:off x="5738304" y="2392702"/>
            <a:ext cx="3158151" cy="918081"/>
            <a:chOff x="0" y="-19050"/>
            <a:chExt cx="4210868" cy="1224109"/>
          </a:xfrm>
        </p:grpSpPr>
        <p:sp>
          <p:nvSpPr>
            <p:cNvPr id="324" name="Google Shape;324;p11"/>
            <p:cNvSpPr txBox="1"/>
            <p:nvPr/>
          </p:nvSpPr>
          <p:spPr>
            <a:xfrm>
              <a:off x="0" y="-19050"/>
              <a:ext cx="4210868" cy="623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Infraestructura</a:t>
              </a:r>
              <a:endParaRPr/>
            </a:p>
          </p:txBody>
        </p:sp>
        <p:sp>
          <p:nvSpPr>
            <p:cNvPr id="325" name="Google Shape;325;p11"/>
            <p:cNvSpPr txBox="1"/>
            <p:nvPr/>
          </p:nvSpPr>
          <p:spPr>
            <a:xfrm>
              <a:off x="0" y="722882"/>
              <a:ext cx="4210868" cy="482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11"/>
          <p:cNvSpPr txBox="1"/>
          <p:nvPr/>
        </p:nvSpPr>
        <p:spPr>
          <a:xfrm>
            <a:off x="11024350" y="2387939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Planificación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 rot="-2353489">
            <a:off x="14094530" y="-553908"/>
            <a:ext cx="3664504" cy="3165216"/>
          </a:xfrm>
          <a:custGeom>
            <a:rect b="b" l="l" r="r" t="t"/>
            <a:pathLst>
              <a:path extrusionOk="0" h="3165216" w="3664504">
                <a:moveTo>
                  <a:pt x="0" y="0"/>
                </a:moveTo>
                <a:lnTo>
                  <a:pt x="3664504" y="0"/>
                </a:lnTo>
                <a:lnTo>
                  <a:pt x="3664504" y="3165216"/>
                </a:lnTo>
                <a:lnTo>
                  <a:pt x="0" y="3165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1"/>
          <p:cNvSpPr/>
          <p:nvPr/>
        </p:nvSpPr>
        <p:spPr>
          <a:xfrm rot="-878333">
            <a:off x="16490034" y="2671092"/>
            <a:ext cx="2350851" cy="2030547"/>
          </a:xfrm>
          <a:custGeom>
            <a:rect b="b" l="l" r="r" t="t"/>
            <a:pathLst>
              <a:path extrusionOk="0" h="2030547" w="2350851">
                <a:moveTo>
                  <a:pt x="0" y="0"/>
                </a:moveTo>
                <a:lnTo>
                  <a:pt x="2350851" y="0"/>
                </a:lnTo>
                <a:lnTo>
                  <a:pt x="2350851" y="2030547"/>
                </a:lnTo>
                <a:lnTo>
                  <a:pt x="0" y="2030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9" name="Google Shape;329;p11"/>
          <p:cNvGrpSpPr/>
          <p:nvPr/>
        </p:nvGrpSpPr>
        <p:grpSpPr>
          <a:xfrm>
            <a:off x="5738304" y="3399065"/>
            <a:ext cx="3158151" cy="918081"/>
            <a:chOff x="0" y="-19050"/>
            <a:chExt cx="4210868" cy="1224109"/>
          </a:xfrm>
        </p:grpSpPr>
        <p:sp>
          <p:nvSpPr>
            <p:cNvPr id="330" name="Google Shape;330;p11"/>
            <p:cNvSpPr txBox="1"/>
            <p:nvPr/>
          </p:nvSpPr>
          <p:spPr>
            <a:xfrm>
              <a:off x="0" y="-19050"/>
              <a:ext cx="4210868" cy="623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Dominio + SSL</a:t>
              </a:r>
              <a:endParaRPr/>
            </a:p>
          </p:txBody>
        </p:sp>
        <p:sp>
          <p:nvSpPr>
            <p:cNvPr id="331" name="Google Shape;331;p11"/>
            <p:cNvSpPr txBox="1"/>
            <p:nvPr/>
          </p:nvSpPr>
          <p:spPr>
            <a:xfrm>
              <a:off x="0" y="722882"/>
              <a:ext cx="4210868" cy="482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1"/>
          <p:cNvGrpSpPr/>
          <p:nvPr/>
        </p:nvGrpSpPr>
        <p:grpSpPr>
          <a:xfrm>
            <a:off x="5738304" y="4407634"/>
            <a:ext cx="3158151" cy="1375281"/>
            <a:chOff x="0" y="-19050"/>
            <a:chExt cx="4210868" cy="1833709"/>
          </a:xfrm>
        </p:grpSpPr>
        <p:sp>
          <p:nvSpPr>
            <p:cNvPr id="333" name="Google Shape;333;p11"/>
            <p:cNvSpPr txBox="1"/>
            <p:nvPr/>
          </p:nvSpPr>
          <p:spPr>
            <a:xfrm>
              <a:off x="0" y="-19050"/>
              <a:ext cx="4210868" cy="1233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Equipo de desarrollo</a:t>
              </a:r>
              <a:endParaRPr/>
            </a:p>
          </p:txBody>
        </p:sp>
        <p:sp>
          <p:nvSpPr>
            <p:cNvPr id="334" name="Google Shape;334;p11"/>
            <p:cNvSpPr txBox="1"/>
            <p:nvPr/>
          </p:nvSpPr>
          <p:spPr>
            <a:xfrm>
              <a:off x="0" y="1332482"/>
              <a:ext cx="4210868" cy="482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1"/>
          <p:cNvGrpSpPr/>
          <p:nvPr/>
        </p:nvGrpSpPr>
        <p:grpSpPr>
          <a:xfrm>
            <a:off x="5738304" y="5873403"/>
            <a:ext cx="3158151" cy="918081"/>
            <a:chOff x="0" y="-19050"/>
            <a:chExt cx="4210868" cy="1224109"/>
          </a:xfrm>
        </p:grpSpPr>
        <p:sp>
          <p:nvSpPr>
            <p:cNvPr id="336" name="Google Shape;336;p11"/>
            <p:cNvSpPr txBox="1"/>
            <p:nvPr/>
          </p:nvSpPr>
          <p:spPr>
            <a:xfrm>
              <a:off x="0" y="-19050"/>
              <a:ext cx="4210868" cy="623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Infraestructura</a:t>
              </a:r>
              <a:endParaRPr/>
            </a:p>
          </p:txBody>
        </p:sp>
        <p:sp>
          <p:nvSpPr>
            <p:cNvPr id="337" name="Google Shape;337;p11"/>
            <p:cNvSpPr txBox="1"/>
            <p:nvPr/>
          </p:nvSpPr>
          <p:spPr>
            <a:xfrm>
              <a:off x="0" y="722882"/>
              <a:ext cx="4210868" cy="482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1"/>
          <p:cNvGrpSpPr/>
          <p:nvPr/>
        </p:nvGrpSpPr>
        <p:grpSpPr>
          <a:xfrm>
            <a:off x="5738304" y="6881972"/>
            <a:ext cx="4126350" cy="1375281"/>
            <a:chOff x="0" y="-19050"/>
            <a:chExt cx="5501800" cy="1833709"/>
          </a:xfrm>
        </p:grpSpPr>
        <p:sp>
          <p:nvSpPr>
            <p:cNvPr id="339" name="Google Shape;339;p11"/>
            <p:cNvSpPr txBox="1"/>
            <p:nvPr/>
          </p:nvSpPr>
          <p:spPr>
            <a:xfrm>
              <a:off x="0" y="-19050"/>
              <a:ext cx="5501800" cy="1233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A9091"/>
                  </a:solidFill>
                  <a:latin typeface="Ultra"/>
                  <a:ea typeface="Ultra"/>
                  <a:cs typeface="Ultra"/>
                  <a:sym typeface="Ultra"/>
                </a:rPr>
                <a:t>Presupuesto estimado 35M CLP</a:t>
              </a:r>
              <a:endParaRPr/>
            </a:p>
          </p:txBody>
        </p:sp>
        <p:sp>
          <p:nvSpPr>
            <p:cNvPr id="340" name="Google Shape;340;p11"/>
            <p:cNvSpPr txBox="1"/>
            <p:nvPr/>
          </p:nvSpPr>
          <p:spPr>
            <a:xfrm>
              <a:off x="0" y="1332482"/>
              <a:ext cx="5501800" cy="482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1"/>
          <p:cNvSpPr txBox="1"/>
          <p:nvPr/>
        </p:nvSpPr>
        <p:spPr>
          <a:xfrm>
            <a:off x="13754062" y="2397365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6.900.000 CLP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11024350" y="2895054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Desarrollo</a:t>
            </a:r>
            <a:endParaRPr/>
          </a:p>
        </p:txBody>
      </p:sp>
      <p:sp>
        <p:nvSpPr>
          <p:cNvPr id="343" name="Google Shape;343;p11"/>
          <p:cNvSpPr txBox="1"/>
          <p:nvPr/>
        </p:nvSpPr>
        <p:spPr>
          <a:xfrm>
            <a:off x="11024350" y="3406033"/>
            <a:ext cx="2482255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Pruebas y Cierre</a:t>
            </a: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11024350" y="3917011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Dominio Web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11024350" y="4427990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Seguridad</a:t>
            </a:r>
            <a:endParaRPr/>
          </a:p>
        </p:txBody>
      </p:sp>
      <p:sp>
        <p:nvSpPr>
          <p:cNvPr id="346" name="Google Shape;346;p11"/>
          <p:cNvSpPr txBox="1"/>
          <p:nvPr/>
        </p:nvSpPr>
        <p:spPr>
          <a:xfrm>
            <a:off x="11024350" y="4946692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Subtotal</a:t>
            </a:r>
            <a:endParaRPr/>
          </a:p>
        </p:txBody>
      </p:sp>
      <p:sp>
        <p:nvSpPr>
          <p:cNvPr id="347" name="Google Shape;347;p11"/>
          <p:cNvSpPr txBox="1"/>
          <p:nvPr/>
        </p:nvSpPr>
        <p:spPr>
          <a:xfrm>
            <a:off x="11024350" y="5471962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Rentabilidad</a:t>
            </a:r>
            <a:endParaRPr/>
          </a:p>
        </p:txBody>
      </p:sp>
      <p:sp>
        <p:nvSpPr>
          <p:cNvPr id="348" name="Google Shape;348;p11"/>
          <p:cNvSpPr txBox="1"/>
          <p:nvPr/>
        </p:nvSpPr>
        <p:spPr>
          <a:xfrm>
            <a:off x="11024350" y="6001990"/>
            <a:ext cx="2139163" cy="41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1A9091"/>
                </a:solidFill>
                <a:latin typeface="Ultra"/>
                <a:ea typeface="Ultra"/>
                <a:cs typeface="Ultra"/>
                <a:sym typeface="Ultra"/>
              </a:rPr>
              <a:t>Total</a:t>
            </a:r>
            <a:endParaRPr/>
          </a:p>
        </p:txBody>
      </p:sp>
      <p:sp>
        <p:nvSpPr>
          <p:cNvPr id="349" name="Google Shape;349;p11"/>
          <p:cNvSpPr txBox="1"/>
          <p:nvPr/>
        </p:nvSpPr>
        <p:spPr>
          <a:xfrm>
            <a:off x="13754062" y="2904481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15.600.000 CLP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13754062" y="3415460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7.500.000 CLP</a:t>
            </a:r>
            <a:endParaRPr/>
          </a:p>
        </p:txBody>
      </p:sp>
      <p:sp>
        <p:nvSpPr>
          <p:cNvPr id="351" name="Google Shape;351;p11"/>
          <p:cNvSpPr txBox="1"/>
          <p:nvPr/>
        </p:nvSpPr>
        <p:spPr>
          <a:xfrm>
            <a:off x="13754062" y="3926438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200.000 CLP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13754062" y="4437416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900.000 CLP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13754062" y="4935538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31.100.000 CLP</a:t>
            </a: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13754062" y="5424140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4.665.000 CLP</a:t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13754062" y="5963890"/>
            <a:ext cx="1832196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35.765.000 CLP</a:t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F0E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 rot="1938872">
            <a:off x="4547777" y="-2262559"/>
            <a:ext cx="5238922" cy="4525118"/>
          </a:xfrm>
          <a:custGeom>
            <a:rect b="b" l="l" r="r" t="t"/>
            <a:pathLst>
              <a:path extrusionOk="0" h="4525118" w="5238922">
                <a:moveTo>
                  <a:pt x="0" y="0"/>
                </a:moveTo>
                <a:lnTo>
                  <a:pt x="5238921" y="0"/>
                </a:lnTo>
                <a:lnTo>
                  <a:pt x="5238921" y="4525118"/>
                </a:lnTo>
                <a:lnTo>
                  <a:pt x="0" y="4525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2"/>
          <p:cNvSpPr/>
          <p:nvPr/>
        </p:nvSpPr>
        <p:spPr>
          <a:xfrm rot="1938872">
            <a:off x="-1395880" y="6814705"/>
            <a:ext cx="5238922" cy="4525118"/>
          </a:xfrm>
          <a:custGeom>
            <a:rect b="b" l="l" r="r" t="t"/>
            <a:pathLst>
              <a:path extrusionOk="0" h="4525118" w="5238922">
                <a:moveTo>
                  <a:pt x="0" y="0"/>
                </a:moveTo>
                <a:lnTo>
                  <a:pt x="5238921" y="0"/>
                </a:lnTo>
                <a:lnTo>
                  <a:pt x="5238921" y="4525118"/>
                </a:lnTo>
                <a:lnTo>
                  <a:pt x="0" y="4525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3" name="Google Shape;363;p12"/>
          <p:cNvGrpSpPr/>
          <p:nvPr/>
        </p:nvGrpSpPr>
        <p:grpSpPr>
          <a:xfrm>
            <a:off x="8028308" y="1805158"/>
            <a:ext cx="7904447" cy="6640518"/>
            <a:chOff x="0" y="-9525"/>
            <a:chExt cx="2081830" cy="1748943"/>
          </a:xfrm>
        </p:grpSpPr>
        <p:sp>
          <p:nvSpPr>
            <p:cNvPr id="364" name="Google Shape;364;p12"/>
            <p:cNvSpPr/>
            <p:nvPr/>
          </p:nvSpPr>
          <p:spPr>
            <a:xfrm>
              <a:off x="0" y="0"/>
              <a:ext cx="2081830" cy="1739418"/>
            </a:xfrm>
            <a:custGeom>
              <a:rect b="b" l="l" r="r" t="t"/>
              <a:pathLst>
                <a:path extrusionOk="0" h="1739418" w="2081830">
                  <a:moveTo>
                    <a:pt x="0" y="0"/>
                  </a:moveTo>
                  <a:lnTo>
                    <a:pt x="2081830" y="0"/>
                  </a:lnTo>
                  <a:lnTo>
                    <a:pt x="2081830" y="1739418"/>
                  </a:lnTo>
                  <a:lnTo>
                    <a:pt x="0" y="1739418"/>
                  </a:lnTo>
                  <a:close/>
                </a:path>
              </a:pathLst>
            </a:custGeom>
            <a:solidFill>
              <a:srgbClr val="CFF0EC"/>
            </a:solidFill>
            <a:ln cap="sq" cmpd="sng" w="152400">
              <a:solidFill>
                <a:srgbClr val="B4E6E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65" name="Google Shape;365;p12"/>
            <p:cNvSpPr txBox="1"/>
            <p:nvPr/>
          </p:nvSpPr>
          <p:spPr>
            <a:xfrm>
              <a:off x="0" y="-9525"/>
              <a:ext cx="2081830" cy="1748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2"/>
          <p:cNvSpPr/>
          <p:nvPr/>
        </p:nvSpPr>
        <p:spPr>
          <a:xfrm rot="1400595">
            <a:off x="1172870" y="2139146"/>
            <a:ext cx="5892443" cy="5089598"/>
          </a:xfrm>
          <a:custGeom>
            <a:rect b="b" l="l" r="r" t="t"/>
            <a:pathLst>
              <a:path extrusionOk="0" h="5089598" w="5892443">
                <a:moveTo>
                  <a:pt x="0" y="0"/>
                </a:moveTo>
                <a:lnTo>
                  <a:pt x="5892443" y="0"/>
                </a:lnTo>
                <a:lnTo>
                  <a:pt x="5892443" y="5089598"/>
                </a:lnTo>
                <a:lnTo>
                  <a:pt x="0" y="5089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7" name="Google Shape;367;p12"/>
          <p:cNvGrpSpPr/>
          <p:nvPr/>
        </p:nvGrpSpPr>
        <p:grpSpPr>
          <a:xfrm>
            <a:off x="9604570" y="3903904"/>
            <a:ext cx="4751922" cy="2529196"/>
            <a:chOff x="0" y="66675"/>
            <a:chExt cx="6335896" cy="3372262"/>
          </a:xfrm>
        </p:grpSpPr>
        <p:sp>
          <p:nvSpPr>
            <p:cNvPr id="368" name="Google Shape;368;p12"/>
            <p:cNvSpPr txBox="1"/>
            <p:nvPr/>
          </p:nvSpPr>
          <p:spPr>
            <a:xfrm>
              <a:off x="0" y="66675"/>
              <a:ext cx="6335896" cy="2118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799" u="none" cap="none" strike="noStrike">
                  <a:solidFill>
                    <a:srgbClr val="1A9091"/>
                  </a:solidFill>
                  <a:latin typeface="Arial"/>
                  <a:ea typeface="Arial"/>
                  <a:cs typeface="Arial"/>
                  <a:sym typeface="Arial"/>
                </a:rPr>
                <a:t>Gracias</a:t>
              </a:r>
              <a:endParaRPr/>
            </a:p>
          </p:txBody>
        </p:sp>
        <p:sp>
          <p:nvSpPr>
            <p:cNvPr id="369" name="Google Shape;369;p12"/>
            <p:cNvSpPr txBox="1"/>
            <p:nvPr/>
          </p:nvSpPr>
          <p:spPr>
            <a:xfrm>
              <a:off x="0" y="2259528"/>
              <a:ext cx="6335896" cy="117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41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2"/>
          <p:cNvSpPr/>
          <p:nvPr/>
        </p:nvSpPr>
        <p:spPr>
          <a:xfrm>
            <a:off x="13129222" y="0"/>
            <a:ext cx="5158778" cy="1269543"/>
          </a:xfrm>
          <a:custGeom>
            <a:rect b="b" l="l" r="r" t="t"/>
            <a:pathLst>
              <a:path extrusionOk="0" h="1269543" w="5158778">
                <a:moveTo>
                  <a:pt x="0" y="0"/>
                </a:moveTo>
                <a:lnTo>
                  <a:pt x="5158778" y="0"/>
                </a:lnTo>
                <a:lnTo>
                  <a:pt x="5158778" y="1269543"/>
                </a:lnTo>
                <a:lnTo>
                  <a:pt x="0" y="1269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