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Epgf9omHsGEeKMmx1DgsCapHj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8.jp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Relationship Id="rId10" Type="http://schemas.openxmlformats.org/officeDocument/2006/relationships/image" Target="../media/image1.png"/><Relationship Id="rId9" Type="http://schemas.openxmlformats.org/officeDocument/2006/relationships/image" Target="../media/image32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34.jp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31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.png"/><Relationship Id="rId7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9.png"/><Relationship Id="rId13" Type="http://schemas.openxmlformats.org/officeDocument/2006/relationships/image" Target="../media/image28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5.png"/><Relationship Id="rId9" Type="http://schemas.openxmlformats.org/officeDocument/2006/relationships/image" Target="../media/image36.png"/><Relationship Id="rId15" Type="http://schemas.openxmlformats.org/officeDocument/2006/relationships/image" Target="../media/image25.png"/><Relationship Id="rId14" Type="http://schemas.openxmlformats.org/officeDocument/2006/relationships/image" Target="../media/image30.png"/><Relationship Id="rId17" Type="http://schemas.openxmlformats.org/officeDocument/2006/relationships/image" Target="../media/image26.png"/><Relationship Id="rId16" Type="http://schemas.openxmlformats.org/officeDocument/2006/relationships/image" Target="../media/image33.png"/><Relationship Id="rId5" Type="http://schemas.openxmlformats.org/officeDocument/2006/relationships/image" Target="../media/image40.png"/><Relationship Id="rId19" Type="http://schemas.openxmlformats.org/officeDocument/2006/relationships/image" Target="../media/image29.png"/><Relationship Id="rId6" Type="http://schemas.openxmlformats.org/officeDocument/2006/relationships/image" Target="../media/image16.png"/><Relationship Id="rId18" Type="http://schemas.openxmlformats.org/officeDocument/2006/relationships/image" Target="../media/image27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42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42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-900575" y="9040919"/>
            <a:ext cx="21734589" cy="3230761"/>
            <a:chOff x="0" y="-38100"/>
            <a:chExt cx="5724336" cy="850900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-1657083" y="721274"/>
            <a:ext cx="7948662" cy="10741435"/>
          </a:xfrm>
          <a:custGeom>
            <a:rect b="b" l="l" r="r" t="t"/>
            <a:pathLst>
              <a:path extrusionOk="0" h="10741435" w="7948662">
                <a:moveTo>
                  <a:pt x="0" y="0"/>
                </a:moveTo>
                <a:lnTo>
                  <a:pt x="7948662" y="0"/>
                </a:lnTo>
                <a:lnTo>
                  <a:pt x="7948662" y="10741434"/>
                </a:lnTo>
                <a:lnTo>
                  <a:pt x="0" y="10741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7782904" y="4412586"/>
            <a:ext cx="8727335" cy="730914"/>
          </a:xfrm>
          <a:custGeom>
            <a:rect b="b" l="l" r="r" t="t"/>
            <a:pathLst>
              <a:path extrusionOk="0" h="730914" w="8727335">
                <a:moveTo>
                  <a:pt x="0" y="0"/>
                </a:moveTo>
                <a:lnTo>
                  <a:pt x="8727335" y="0"/>
                </a:lnTo>
                <a:lnTo>
                  <a:pt x="8727335" y="730914"/>
                </a:lnTo>
                <a:lnTo>
                  <a:pt x="0" y="730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8240813" y="1736510"/>
            <a:ext cx="7418187" cy="137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Proyecto: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6396354" y="8157088"/>
            <a:ext cx="4462546" cy="2571542"/>
          </a:xfrm>
          <a:custGeom>
            <a:rect b="b" l="l" r="r" t="t"/>
            <a:pathLst>
              <a:path extrusionOk="0" h="2571542" w="4462546">
                <a:moveTo>
                  <a:pt x="0" y="0"/>
                </a:moveTo>
                <a:lnTo>
                  <a:pt x="4462546" y="0"/>
                </a:lnTo>
                <a:lnTo>
                  <a:pt x="4462546" y="2571542"/>
                </a:lnTo>
                <a:lnTo>
                  <a:pt x="0" y="2571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 flipH="1" rot="-1863786">
            <a:off x="6556726" y="1500759"/>
            <a:ext cx="1705168" cy="1442999"/>
          </a:xfrm>
          <a:custGeom>
            <a:rect b="b" l="l" r="r" t="t"/>
            <a:pathLst>
              <a:path extrusionOk="0" h="1442999" w="1705168">
                <a:moveTo>
                  <a:pt x="1705169" y="0"/>
                </a:moveTo>
                <a:lnTo>
                  <a:pt x="0" y="0"/>
                </a:lnTo>
                <a:lnTo>
                  <a:pt x="0" y="1442999"/>
                </a:lnTo>
                <a:lnTo>
                  <a:pt x="1705169" y="1442999"/>
                </a:lnTo>
                <a:lnTo>
                  <a:pt x="1705169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 rot="1889658">
            <a:off x="15466393" y="1503424"/>
            <a:ext cx="1705168" cy="1442999"/>
          </a:xfrm>
          <a:custGeom>
            <a:rect b="b" l="l" r="r" t="t"/>
            <a:pathLst>
              <a:path extrusionOk="0" h="1442999" w="1705168">
                <a:moveTo>
                  <a:pt x="0" y="0"/>
                </a:moveTo>
                <a:lnTo>
                  <a:pt x="1705169" y="0"/>
                </a:lnTo>
                <a:lnTo>
                  <a:pt x="1705169" y="1442998"/>
                </a:lnTo>
                <a:lnTo>
                  <a:pt x="0" y="1442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3132051" y="0"/>
            <a:ext cx="5155949" cy="1268847"/>
          </a:xfrm>
          <a:custGeom>
            <a:rect b="b" l="l" r="r" t="t"/>
            <a:pathLst>
              <a:path extrusionOk="0" h="1268847" w="5155949">
                <a:moveTo>
                  <a:pt x="0" y="0"/>
                </a:moveTo>
                <a:lnTo>
                  <a:pt x="5155949" y="0"/>
                </a:lnTo>
                <a:lnTo>
                  <a:pt x="5155949" y="1268847"/>
                </a:lnTo>
                <a:lnTo>
                  <a:pt x="0" y="1268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5960833" y="3123616"/>
            <a:ext cx="11598210" cy="1409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MascotaConectada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3404357" y="5797497"/>
            <a:ext cx="4134620" cy="1153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Integrantes: Jaime Canales</a:t>
            </a:r>
            <a:endParaRPr/>
          </a:p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Felipe Muñoz</a:t>
            </a:r>
            <a:endParaRPr/>
          </a:p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Giovanni Garrido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3596880" y="7289430"/>
            <a:ext cx="3962164" cy="372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Docente: Fabián Saldano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4262517" y="8000313"/>
            <a:ext cx="3296527" cy="372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Sección: 701V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104" name="Google Shape;104;p2"/>
          <p:cNvGrpSpPr/>
          <p:nvPr/>
        </p:nvGrpSpPr>
        <p:grpSpPr>
          <a:xfrm>
            <a:off x="-900575" y="9040919"/>
            <a:ext cx="21734589" cy="3230761"/>
            <a:chOff x="0" y="-38100"/>
            <a:chExt cx="5724336" cy="8509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 flipH="1" rot="1398543">
            <a:off x="11685727" y="-3462479"/>
            <a:ext cx="10833985" cy="8982359"/>
          </a:xfrm>
          <a:custGeom>
            <a:rect b="b" l="l" r="r" t="t"/>
            <a:pathLst>
              <a:path extrusionOk="0" h="8982359" w="10833985">
                <a:moveTo>
                  <a:pt x="10833985" y="0"/>
                </a:moveTo>
                <a:lnTo>
                  <a:pt x="0" y="0"/>
                </a:lnTo>
                <a:lnTo>
                  <a:pt x="0" y="8982358"/>
                </a:lnTo>
                <a:lnTo>
                  <a:pt x="10833985" y="8982358"/>
                </a:lnTo>
                <a:lnTo>
                  <a:pt x="1083398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 flipH="1" rot="84452">
            <a:off x="11320424" y="1133435"/>
            <a:ext cx="8671272" cy="11691603"/>
          </a:xfrm>
          <a:custGeom>
            <a:rect b="b" l="l" r="r" t="t"/>
            <a:pathLst>
              <a:path extrusionOk="0" h="11691603" w="8671272">
                <a:moveTo>
                  <a:pt x="8671272" y="0"/>
                </a:moveTo>
                <a:lnTo>
                  <a:pt x="0" y="0"/>
                </a:lnTo>
                <a:lnTo>
                  <a:pt x="0" y="11691604"/>
                </a:lnTo>
                <a:lnTo>
                  <a:pt x="8671272" y="11691604"/>
                </a:lnTo>
                <a:lnTo>
                  <a:pt x="86712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3107956" y="86008"/>
            <a:ext cx="6619237" cy="246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 rot="1608205">
            <a:off x="9777818" y="800741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7" y="0"/>
                </a:lnTo>
                <a:lnTo>
                  <a:pt x="1702657" y="1440873"/>
                </a:lnTo>
                <a:lnTo>
                  <a:pt x="0" y="14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 txBox="1"/>
          <p:nvPr/>
        </p:nvSpPr>
        <p:spPr>
          <a:xfrm>
            <a:off x="1354449" y="2903922"/>
            <a:ext cx="9521126" cy="565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 del Proyecto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 y Específicos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Demostración del sistema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 obtenidos</a:t>
            </a:r>
            <a:endParaRPr/>
          </a:p>
          <a:p>
            <a:pPr indent="-385290" lvl="1" marL="770583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8"/>
              <a:buFont typeface="Arial"/>
              <a:buChar char="•"/>
            </a:pPr>
            <a:r>
              <a:rPr b="1" i="0" lang="en-US" sz="35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Obstáculos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 flipH="1" rot="-2051534">
            <a:off x="1463670" y="558620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4"/>
                </a:lnTo>
                <a:lnTo>
                  <a:pt x="1702657" y="1440874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 rot="-2700000">
            <a:off x="13979786" y="581914"/>
            <a:ext cx="991481" cy="893572"/>
          </a:xfrm>
          <a:custGeom>
            <a:rect b="b" l="l" r="r" t="t"/>
            <a:pathLst>
              <a:path extrusionOk="0" h="893572" w="991481">
                <a:moveTo>
                  <a:pt x="0" y="0"/>
                </a:moveTo>
                <a:lnTo>
                  <a:pt x="991481" y="0"/>
                </a:lnTo>
                <a:lnTo>
                  <a:pt x="991481" y="893572"/>
                </a:lnTo>
                <a:lnTo>
                  <a:pt x="0" y="893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 rot="1615036">
            <a:off x="16932314" y="1696898"/>
            <a:ext cx="991481" cy="893572"/>
          </a:xfrm>
          <a:custGeom>
            <a:rect b="b" l="l" r="r" t="t"/>
            <a:pathLst>
              <a:path extrusionOk="0" h="893572" w="991481">
                <a:moveTo>
                  <a:pt x="0" y="0"/>
                </a:moveTo>
                <a:lnTo>
                  <a:pt x="991480" y="0"/>
                </a:lnTo>
                <a:lnTo>
                  <a:pt x="991480" y="893572"/>
                </a:lnTo>
                <a:lnTo>
                  <a:pt x="0" y="893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sp>
        <p:nvSpPr>
          <p:cNvPr id="121" name="Google Shape;121;p3"/>
          <p:cNvSpPr txBox="1"/>
          <p:nvPr/>
        </p:nvSpPr>
        <p:spPr>
          <a:xfrm>
            <a:off x="7476811" y="2128287"/>
            <a:ext cx="7710800" cy="1399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grpSp>
        <p:nvGrpSpPr>
          <p:cNvPr id="122" name="Google Shape;122;p3"/>
          <p:cNvGrpSpPr/>
          <p:nvPr/>
        </p:nvGrpSpPr>
        <p:grpSpPr>
          <a:xfrm rot="-428976">
            <a:off x="922384" y="2099644"/>
            <a:ext cx="5820073" cy="6759885"/>
            <a:chOff x="0" y="0"/>
            <a:chExt cx="5466080" cy="6348730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5438261" cy="6348730"/>
            </a:xfrm>
            <a:custGeom>
              <a:rect b="b" l="l" r="r" t="t"/>
              <a:pathLst>
                <a:path extrusionOk="0"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D69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47650" y="294640"/>
              <a:ext cx="4889500" cy="4693920"/>
            </a:xfrm>
            <a:custGeom>
              <a:rect b="b" l="l" r="r" t="t"/>
              <a:pathLst>
                <a:path extrusionOk="0"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2042" r="-22043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270" y="6350"/>
              <a:ext cx="5457190" cy="6342380"/>
            </a:xfrm>
            <a:custGeom>
              <a:rect b="b" l="l" r="r" t="t"/>
              <a:pathLst>
                <a:path extrusionOk="0"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7620" y="0"/>
              <a:ext cx="5458460" cy="6344920"/>
            </a:xfrm>
            <a:custGeom>
              <a:rect b="b" l="l" r="r" t="t"/>
              <a:pathLst>
                <a:path extrusionOk="0"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3C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3"/>
          <p:cNvSpPr/>
          <p:nvPr/>
        </p:nvSpPr>
        <p:spPr>
          <a:xfrm rot="351310">
            <a:off x="5575022" y="403663"/>
            <a:ext cx="2333679" cy="1974876"/>
          </a:xfrm>
          <a:custGeom>
            <a:rect b="b" l="l" r="r" t="t"/>
            <a:pathLst>
              <a:path extrusionOk="0" h="1974876" w="2333679">
                <a:moveTo>
                  <a:pt x="0" y="0"/>
                </a:moveTo>
                <a:lnTo>
                  <a:pt x="2333679" y="0"/>
                </a:lnTo>
                <a:lnTo>
                  <a:pt x="2333679" y="1974876"/>
                </a:lnTo>
                <a:lnTo>
                  <a:pt x="0" y="19748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8" name="Google Shape;128;p3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3"/>
          <p:cNvSpPr/>
          <p:nvPr/>
        </p:nvSpPr>
        <p:spPr>
          <a:xfrm flipH="1" rot="-3455720">
            <a:off x="14779742" y="-533266"/>
            <a:ext cx="3274883" cy="4594013"/>
          </a:xfrm>
          <a:custGeom>
            <a:rect b="b" l="l" r="r" t="t"/>
            <a:pathLst>
              <a:path extrusionOk="0" h="4594013" w="3274883">
                <a:moveTo>
                  <a:pt x="0" y="4594013"/>
                </a:moveTo>
                <a:lnTo>
                  <a:pt x="3274883" y="4594013"/>
                </a:lnTo>
                <a:lnTo>
                  <a:pt x="3274883" y="0"/>
                </a:lnTo>
                <a:lnTo>
                  <a:pt x="0" y="0"/>
                </a:lnTo>
                <a:lnTo>
                  <a:pt x="0" y="459401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 rot="-4527322">
            <a:off x="12314742" y="1021524"/>
            <a:ext cx="1210847" cy="1091276"/>
          </a:xfrm>
          <a:custGeom>
            <a:rect b="b" l="l" r="r" t="t"/>
            <a:pathLst>
              <a:path extrusionOk="0" h="1091276" w="1210847">
                <a:moveTo>
                  <a:pt x="0" y="0"/>
                </a:moveTo>
                <a:lnTo>
                  <a:pt x="1210847" y="0"/>
                </a:lnTo>
                <a:lnTo>
                  <a:pt x="1210847" y="1091276"/>
                </a:lnTo>
                <a:lnTo>
                  <a:pt x="0" y="1091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14864732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8278601" y="3566581"/>
            <a:ext cx="8575311" cy="55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8278601" y="5805912"/>
            <a:ext cx="8575311" cy="55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8278601" y="4131437"/>
            <a:ext cx="8575311" cy="1657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plataforma web que centralice la gestión de mascotas, permitiendo a los usuarios registrar información, agendar citas, acceder al historial médico y localizar clínicas veterinarias de manera rápida, segura y eficiente.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278601" y="6585711"/>
            <a:ext cx="8575311" cy="1666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989" lvl="1" marL="403979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Char char="•"/>
            </a:pPr>
            <a:r>
              <a:rPr b="1" i="0" lang="en-US" sz="1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la gestión de usuarios y perfiles</a:t>
            </a:r>
            <a:endParaRPr/>
          </a:p>
          <a:p>
            <a:pPr indent="-201989" lvl="1" marL="403979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Char char="•"/>
            </a:pPr>
            <a:r>
              <a:rPr b="1" i="0" lang="en-US" sz="1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módulos funcionales</a:t>
            </a:r>
            <a:endParaRPr/>
          </a:p>
          <a:p>
            <a:pPr indent="-201989" lvl="1" marL="403979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Char char="•"/>
            </a:pPr>
            <a:r>
              <a:rPr b="1" i="0" lang="en-US" sz="1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herramientas de visualización y estadísticas</a:t>
            </a:r>
            <a:endParaRPr/>
          </a:p>
          <a:p>
            <a:pPr indent="-201989" lvl="1" marL="403979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Char char="•"/>
            </a:pPr>
            <a:r>
              <a:rPr b="1" i="0" lang="en-US" sz="1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Asegurar accesibilidad y seguridad</a:t>
            </a:r>
            <a:endParaRPr/>
          </a:p>
          <a:p>
            <a:pPr indent="-201989" lvl="1" marL="403979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0"/>
              <a:buFont typeface="Arial"/>
              <a:buChar char="•"/>
            </a:pPr>
            <a:r>
              <a:rPr b="1" i="0" lang="en-US" sz="1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una interfaz responsive e intuitiva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143" name="Google Shape;143;p4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145" name="Google Shape;145;p4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4"/>
          <p:cNvSpPr/>
          <p:nvPr/>
        </p:nvSpPr>
        <p:spPr>
          <a:xfrm flipH="1" rot="1398543">
            <a:off x="-3737222" y="-3462479"/>
            <a:ext cx="10833985" cy="8982359"/>
          </a:xfrm>
          <a:custGeom>
            <a:rect b="b" l="l" r="r" t="t"/>
            <a:pathLst>
              <a:path extrusionOk="0" h="8982359" w="10833985">
                <a:moveTo>
                  <a:pt x="10833985" y="0"/>
                </a:moveTo>
                <a:lnTo>
                  <a:pt x="0" y="0"/>
                </a:lnTo>
                <a:lnTo>
                  <a:pt x="0" y="8982358"/>
                </a:lnTo>
                <a:lnTo>
                  <a:pt x="10833985" y="8982358"/>
                </a:lnTo>
                <a:lnTo>
                  <a:pt x="1083398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4"/>
          <p:cNvSpPr/>
          <p:nvPr/>
        </p:nvSpPr>
        <p:spPr>
          <a:xfrm>
            <a:off x="882880" y="933996"/>
            <a:ext cx="7065253" cy="8324304"/>
          </a:xfrm>
          <a:custGeom>
            <a:rect b="b" l="l" r="r" t="t"/>
            <a:pathLst>
              <a:path extrusionOk="0" h="8324304" w="7065253">
                <a:moveTo>
                  <a:pt x="0" y="0"/>
                </a:moveTo>
                <a:lnTo>
                  <a:pt x="7065254" y="0"/>
                </a:lnTo>
                <a:lnTo>
                  <a:pt x="7065254" y="8324304"/>
                </a:lnTo>
                <a:lnTo>
                  <a:pt x="0" y="8324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/>
          <p:nvPr/>
        </p:nvSpPr>
        <p:spPr>
          <a:xfrm flipH="1" rot="-2051534">
            <a:off x="8437506" y="1473698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 rot="2358401">
            <a:off x="15292867" y="1496103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6" y="0"/>
                </a:lnTo>
                <a:lnTo>
                  <a:pt x="1702656" y="1440874"/>
                </a:lnTo>
                <a:lnTo>
                  <a:pt x="0" y="144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4"/>
          <p:cNvSpPr txBox="1"/>
          <p:nvPr/>
        </p:nvSpPr>
        <p:spPr>
          <a:xfrm>
            <a:off x="8179788" y="3358738"/>
            <a:ext cx="4173705" cy="559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completa de mascotas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Historial clínico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citas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Panel administrativo personalizado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notificaciones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solicitudes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perfiles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design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9531724" y="1964062"/>
            <a:ext cx="6343052" cy="1126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Alcances y limitaciones del proyecto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3085595" y="3381144"/>
            <a:ext cx="4173705" cy="4657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aplicación móvil nativa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integración con sistemas externos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pagos en línea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videoconferencias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Recordatorios solo por email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chat en tiempo real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159" name="Google Shape;159;p5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160" name="Google Shape;160;p5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161" name="Google Shape;161;p5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5"/>
          <p:cNvSpPr/>
          <p:nvPr/>
        </p:nvSpPr>
        <p:spPr>
          <a:xfrm flipH="1" rot="-2051534">
            <a:off x="3774244" y="1605710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5"/>
          <p:cNvSpPr/>
          <p:nvPr/>
        </p:nvSpPr>
        <p:spPr>
          <a:xfrm rot="2358401">
            <a:off x="12762890" y="1628116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7" y="0"/>
                </a:lnTo>
                <a:lnTo>
                  <a:pt x="1702657" y="1440873"/>
                </a:lnTo>
                <a:lnTo>
                  <a:pt x="0" y="14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 rot="-8197957">
            <a:off x="13423117" y="-3956040"/>
            <a:ext cx="7672366" cy="6361088"/>
          </a:xfrm>
          <a:custGeom>
            <a:rect b="b" l="l" r="r" t="t"/>
            <a:pathLst>
              <a:path extrusionOk="0" h="6361088" w="7672366">
                <a:moveTo>
                  <a:pt x="0" y="0"/>
                </a:moveTo>
                <a:lnTo>
                  <a:pt x="7672366" y="0"/>
                </a:lnTo>
                <a:lnTo>
                  <a:pt x="7672366" y="6361088"/>
                </a:lnTo>
                <a:lnTo>
                  <a:pt x="0" y="6361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5"/>
          <p:cNvSpPr/>
          <p:nvPr/>
        </p:nvSpPr>
        <p:spPr>
          <a:xfrm flipH="1" rot="-208238">
            <a:off x="-823283" y="4850912"/>
            <a:ext cx="5126994" cy="5101359"/>
          </a:xfrm>
          <a:custGeom>
            <a:rect b="b" l="l" r="r" t="t"/>
            <a:pathLst>
              <a:path extrusionOk="0" h="5101359" w="5126994">
                <a:moveTo>
                  <a:pt x="5126994" y="0"/>
                </a:moveTo>
                <a:lnTo>
                  <a:pt x="0" y="0"/>
                </a:lnTo>
                <a:lnTo>
                  <a:pt x="0" y="5101359"/>
                </a:lnTo>
                <a:lnTo>
                  <a:pt x="5126994" y="5101359"/>
                </a:lnTo>
                <a:lnTo>
                  <a:pt x="512699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5"/>
          <p:cNvSpPr/>
          <p:nvPr/>
        </p:nvSpPr>
        <p:spPr>
          <a:xfrm rot="-208238">
            <a:off x="13999673" y="4760143"/>
            <a:ext cx="5126994" cy="5101359"/>
          </a:xfrm>
          <a:custGeom>
            <a:rect b="b" l="l" r="r" t="t"/>
            <a:pathLst>
              <a:path extrusionOk="0" h="5101359" w="5126994">
                <a:moveTo>
                  <a:pt x="0" y="0"/>
                </a:moveTo>
                <a:lnTo>
                  <a:pt x="5126994" y="0"/>
                </a:lnTo>
                <a:lnTo>
                  <a:pt x="5126994" y="5101359"/>
                </a:lnTo>
                <a:lnTo>
                  <a:pt x="0" y="5101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5"/>
          <p:cNvSpPr/>
          <p:nvPr/>
        </p:nvSpPr>
        <p:spPr>
          <a:xfrm flipH="1" rot="-2008175">
            <a:off x="16193256" y="1717884"/>
            <a:ext cx="2923194" cy="4100663"/>
          </a:xfrm>
          <a:custGeom>
            <a:rect b="b" l="l" r="r" t="t"/>
            <a:pathLst>
              <a:path extrusionOk="0" h="4100663" w="2923194">
                <a:moveTo>
                  <a:pt x="0" y="4100663"/>
                </a:moveTo>
                <a:lnTo>
                  <a:pt x="2923194" y="4100663"/>
                </a:lnTo>
                <a:lnTo>
                  <a:pt x="2923194" y="0"/>
                </a:lnTo>
                <a:lnTo>
                  <a:pt x="0" y="0"/>
                </a:lnTo>
                <a:lnTo>
                  <a:pt x="0" y="410066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5"/>
          <p:cNvSpPr/>
          <p:nvPr/>
        </p:nvSpPr>
        <p:spPr>
          <a:xfrm rot="2078454">
            <a:off x="-481679" y="1923335"/>
            <a:ext cx="2923194" cy="4100663"/>
          </a:xfrm>
          <a:custGeom>
            <a:rect b="b" l="l" r="r" t="t"/>
            <a:pathLst>
              <a:path extrusionOk="0" h="4100663" w="2923194">
                <a:moveTo>
                  <a:pt x="2923194" y="4100663"/>
                </a:moveTo>
                <a:lnTo>
                  <a:pt x="0" y="4100663"/>
                </a:lnTo>
                <a:lnTo>
                  <a:pt x="0" y="0"/>
                </a:lnTo>
                <a:lnTo>
                  <a:pt x="2923194" y="0"/>
                </a:lnTo>
                <a:lnTo>
                  <a:pt x="2923194" y="410066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5"/>
          <p:cNvSpPr/>
          <p:nvPr/>
        </p:nvSpPr>
        <p:spPr>
          <a:xfrm flipH="1" rot="8408090">
            <a:off x="-2332105" y="-4068968"/>
            <a:ext cx="7672366" cy="6361088"/>
          </a:xfrm>
          <a:custGeom>
            <a:rect b="b" l="l" r="r" t="t"/>
            <a:pathLst>
              <a:path extrusionOk="0" h="6361088" w="7672366">
                <a:moveTo>
                  <a:pt x="7672365" y="0"/>
                </a:moveTo>
                <a:lnTo>
                  <a:pt x="0" y="0"/>
                </a:lnTo>
                <a:lnTo>
                  <a:pt x="0" y="6361088"/>
                </a:lnTo>
                <a:lnTo>
                  <a:pt x="7672365" y="6361088"/>
                </a:lnTo>
                <a:lnTo>
                  <a:pt x="767236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5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5"/>
          <p:cNvSpPr txBox="1"/>
          <p:nvPr/>
        </p:nvSpPr>
        <p:spPr>
          <a:xfrm>
            <a:off x="4625573" y="3720591"/>
            <a:ext cx="2752094" cy="4519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FASE 1: PLANIFICACIÓN</a:t>
            </a:r>
            <a:endParaRPr/>
          </a:p>
          <a:p>
            <a:pPr indent="-185431" lvl="1" marL="37086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Char char="•"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requerimientos</a:t>
            </a:r>
            <a:endParaRPr/>
          </a:p>
          <a:p>
            <a:pPr indent="-185431" lvl="1" marL="37086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Char char="•"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Definición de casos de uso</a:t>
            </a:r>
            <a:endParaRPr/>
          </a:p>
          <a:p>
            <a:pPr indent="-185431" lvl="1" marL="37086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Char char="•"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de la arquitectura del sistema</a:t>
            </a:r>
            <a:endParaRPr/>
          </a:p>
          <a:p>
            <a:pPr indent="-185431" lvl="1" marL="37086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Char char="•"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del modelo de datos</a:t>
            </a:r>
            <a:endParaRPr/>
          </a:p>
          <a:p>
            <a:pPr indent="-185431" lvl="1" marL="37086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Char char="•"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Planificación de funcionalidades</a:t>
            </a:r>
            <a:endParaRPr/>
          </a:p>
          <a:p>
            <a:pPr indent="-185431" lvl="1" marL="370861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Char char="•"/>
            </a:pPr>
            <a:r>
              <a:rPr b="1" i="0" lang="en-US" sz="17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Selección de tecnologías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5288600" y="1341678"/>
            <a:ext cx="7710800" cy="21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 cascada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7767194" y="3739641"/>
            <a:ext cx="2768996" cy="484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2: DESARROLLO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del modelo de datos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módulos core (usuarios, autenticación)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de funcionalidades principales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del panel administrativo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de APIs externas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de minería de datos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unitarias y de integración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10808579" y="3739641"/>
            <a:ext cx="2805639" cy="2844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3: ENTREGA FINAL 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de usuario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Corrección de bugs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Optimización de rendimiento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Documentación técnica y manual de usuario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Preparación de presentación final</a:t>
            </a:r>
            <a:endParaRPr/>
          </a:p>
          <a:p>
            <a:pPr indent="-176013" lvl="1" marL="352028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Char char="•"/>
            </a:pPr>
            <a:r>
              <a:rPr b="1" i="0" lang="en-US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sp>
        <p:nvSpPr>
          <p:cNvPr id="180" name="Google Shape;180;p6"/>
          <p:cNvSpPr/>
          <p:nvPr/>
        </p:nvSpPr>
        <p:spPr>
          <a:xfrm flipH="1" rot="-2051534">
            <a:off x="468377" y="662623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6"/>
          <p:cNvSpPr/>
          <p:nvPr/>
        </p:nvSpPr>
        <p:spPr>
          <a:xfrm rot="2358401">
            <a:off x="6225138" y="715702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6" y="0"/>
                </a:lnTo>
                <a:lnTo>
                  <a:pt x="1702656" y="1440873"/>
                </a:lnTo>
                <a:lnTo>
                  <a:pt x="0" y="14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6"/>
          <p:cNvSpPr/>
          <p:nvPr/>
        </p:nvSpPr>
        <p:spPr>
          <a:xfrm rot="7371624">
            <a:off x="10047265" y="22356"/>
            <a:ext cx="8553017" cy="7091228"/>
          </a:xfrm>
          <a:custGeom>
            <a:rect b="b" l="l" r="r" t="t"/>
            <a:pathLst>
              <a:path extrusionOk="0" h="7091228" w="8553017">
                <a:moveTo>
                  <a:pt x="0" y="0"/>
                </a:moveTo>
                <a:lnTo>
                  <a:pt x="8553017" y="0"/>
                </a:lnTo>
                <a:lnTo>
                  <a:pt x="8553017" y="7091228"/>
                </a:lnTo>
                <a:lnTo>
                  <a:pt x="0" y="7091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>
            <a:off x="10926580" y="1347017"/>
            <a:ext cx="6794387" cy="8939983"/>
          </a:xfrm>
          <a:custGeom>
            <a:rect b="b" l="l" r="r" t="t"/>
            <a:pathLst>
              <a:path extrusionOk="0" h="8939983" w="6794387">
                <a:moveTo>
                  <a:pt x="0" y="0"/>
                </a:moveTo>
                <a:lnTo>
                  <a:pt x="6794387" y="0"/>
                </a:lnTo>
                <a:lnTo>
                  <a:pt x="6794387" y="8939983"/>
                </a:lnTo>
                <a:lnTo>
                  <a:pt x="0" y="893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4" name="Google Shape;184;p6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186" name="Google Shape;186;p6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6"/>
          <p:cNvSpPr/>
          <p:nvPr/>
        </p:nvSpPr>
        <p:spPr>
          <a:xfrm flipH="1" rot="-6317272">
            <a:off x="9246798" y="-891502"/>
            <a:ext cx="2436230" cy="3417549"/>
          </a:xfrm>
          <a:custGeom>
            <a:rect b="b" l="l" r="r" t="t"/>
            <a:pathLst>
              <a:path extrusionOk="0" h="3417549" w="2436230">
                <a:moveTo>
                  <a:pt x="0" y="3417548"/>
                </a:moveTo>
                <a:lnTo>
                  <a:pt x="2436230" y="3417548"/>
                </a:lnTo>
                <a:lnTo>
                  <a:pt x="2436230" y="0"/>
                </a:lnTo>
                <a:lnTo>
                  <a:pt x="0" y="0"/>
                </a:lnTo>
                <a:lnTo>
                  <a:pt x="0" y="341754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6"/>
          <p:cNvSpPr/>
          <p:nvPr/>
        </p:nvSpPr>
        <p:spPr>
          <a:xfrm flipH="1" rot="-4490406">
            <a:off x="11591934" y="3608831"/>
            <a:ext cx="1210847" cy="1091276"/>
          </a:xfrm>
          <a:custGeom>
            <a:rect b="b" l="l" r="r" t="t"/>
            <a:pathLst>
              <a:path extrusionOk="0" h="1091276" w="1210847">
                <a:moveTo>
                  <a:pt x="1210847" y="0"/>
                </a:moveTo>
                <a:lnTo>
                  <a:pt x="0" y="0"/>
                </a:lnTo>
                <a:lnTo>
                  <a:pt x="0" y="1091276"/>
                </a:lnTo>
                <a:lnTo>
                  <a:pt x="1210847" y="1091276"/>
                </a:lnTo>
                <a:lnTo>
                  <a:pt x="1210847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6"/>
          <p:cNvSpPr/>
          <p:nvPr/>
        </p:nvSpPr>
        <p:spPr>
          <a:xfrm>
            <a:off x="0" y="2924470"/>
            <a:ext cx="13299025" cy="5785076"/>
          </a:xfrm>
          <a:custGeom>
            <a:rect b="b" l="l" r="r" t="t"/>
            <a:pathLst>
              <a:path extrusionOk="0" h="5785076" w="13299025">
                <a:moveTo>
                  <a:pt x="0" y="0"/>
                </a:moveTo>
                <a:lnTo>
                  <a:pt x="13299025" y="0"/>
                </a:lnTo>
                <a:lnTo>
                  <a:pt x="13299025" y="5785077"/>
                </a:lnTo>
                <a:lnTo>
                  <a:pt x="0" y="5785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6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6"/>
          <p:cNvSpPr txBox="1"/>
          <p:nvPr/>
        </p:nvSpPr>
        <p:spPr>
          <a:xfrm>
            <a:off x="1425603" y="1331364"/>
            <a:ext cx="5497627" cy="94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197" name="Google Shape;197;p7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198" name="Google Shape;198;p7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199" name="Google Shape;199;p7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7"/>
          <p:cNvGrpSpPr/>
          <p:nvPr/>
        </p:nvGrpSpPr>
        <p:grpSpPr>
          <a:xfrm rot="-360470">
            <a:off x="11220341" y="2049893"/>
            <a:ext cx="5820073" cy="6759885"/>
            <a:chOff x="0" y="0"/>
            <a:chExt cx="5466080" cy="6348730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5438261" cy="6348730"/>
            </a:xfrm>
            <a:custGeom>
              <a:rect b="b" l="l" r="r" t="t"/>
              <a:pathLst>
                <a:path extrusionOk="0"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D69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247650" y="294640"/>
              <a:ext cx="4889500" cy="4693920"/>
            </a:xfrm>
            <a:custGeom>
              <a:rect b="b" l="l" r="r" t="t"/>
              <a:pathLst>
                <a:path extrusionOk="0"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8176" r="-35818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270" y="6350"/>
              <a:ext cx="5457190" cy="6342380"/>
            </a:xfrm>
            <a:custGeom>
              <a:rect b="b" l="l" r="r" t="t"/>
              <a:pathLst>
                <a:path extrusionOk="0"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7620" y="0"/>
              <a:ext cx="5458460" cy="6344920"/>
            </a:xfrm>
            <a:custGeom>
              <a:rect b="b" l="l" r="r" t="t"/>
              <a:pathLst>
                <a:path extrusionOk="0"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3C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7"/>
          <p:cNvSpPr/>
          <p:nvPr/>
        </p:nvSpPr>
        <p:spPr>
          <a:xfrm flipH="1" rot="-755966">
            <a:off x="9552549" y="1106225"/>
            <a:ext cx="2333679" cy="1974876"/>
          </a:xfrm>
          <a:custGeom>
            <a:rect b="b" l="l" r="r" t="t"/>
            <a:pathLst>
              <a:path extrusionOk="0" h="1974876" w="2333679">
                <a:moveTo>
                  <a:pt x="2333678" y="0"/>
                </a:moveTo>
                <a:lnTo>
                  <a:pt x="0" y="0"/>
                </a:lnTo>
                <a:lnTo>
                  <a:pt x="0" y="1974876"/>
                </a:lnTo>
                <a:lnTo>
                  <a:pt x="2333678" y="1974876"/>
                </a:lnTo>
                <a:lnTo>
                  <a:pt x="2333678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7"/>
          <p:cNvSpPr/>
          <p:nvPr/>
        </p:nvSpPr>
        <p:spPr>
          <a:xfrm flipH="1" rot="-1413521">
            <a:off x="-2409627" y="-5212812"/>
            <a:ext cx="9024430" cy="7482073"/>
          </a:xfrm>
          <a:custGeom>
            <a:rect b="b" l="l" r="r" t="t"/>
            <a:pathLst>
              <a:path extrusionOk="0" h="7482073" w="9024430">
                <a:moveTo>
                  <a:pt x="9024430" y="0"/>
                </a:moveTo>
                <a:lnTo>
                  <a:pt x="0" y="0"/>
                </a:lnTo>
                <a:lnTo>
                  <a:pt x="0" y="7482073"/>
                </a:lnTo>
                <a:lnTo>
                  <a:pt x="9024430" y="7482073"/>
                </a:lnTo>
                <a:lnTo>
                  <a:pt x="902443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7"/>
          <p:cNvSpPr/>
          <p:nvPr/>
        </p:nvSpPr>
        <p:spPr>
          <a:xfrm>
            <a:off x="580587" y="2437623"/>
            <a:ext cx="8989295" cy="6475757"/>
          </a:xfrm>
          <a:custGeom>
            <a:rect b="b" l="l" r="r" t="t"/>
            <a:pathLst>
              <a:path extrusionOk="0" h="6475757" w="8989295">
                <a:moveTo>
                  <a:pt x="0" y="0"/>
                </a:moveTo>
                <a:lnTo>
                  <a:pt x="8989295" y="0"/>
                </a:lnTo>
                <a:lnTo>
                  <a:pt x="8989295" y="6475757"/>
                </a:lnTo>
                <a:lnTo>
                  <a:pt x="0" y="64757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048" r="0" t="0"/>
            </a:stretch>
          </a:blipFill>
          <a:ln>
            <a:noFill/>
          </a:ln>
        </p:spPr>
      </p:sp>
      <p:sp>
        <p:nvSpPr>
          <p:cNvPr id="208" name="Google Shape;208;p7"/>
          <p:cNvSpPr/>
          <p:nvPr/>
        </p:nvSpPr>
        <p:spPr>
          <a:xfrm>
            <a:off x="14919427" y="46492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7"/>
          <p:cNvSpPr txBox="1"/>
          <p:nvPr/>
        </p:nvSpPr>
        <p:spPr>
          <a:xfrm>
            <a:off x="1541392" y="1037965"/>
            <a:ext cx="7710800" cy="1399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sp>
        <p:nvSpPr>
          <p:cNvPr id="215" name="Google Shape;215;p8"/>
          <p:cNvSpPr/>
          <p:nvPr/>
        </p:nvSpPr>
        <p:spPr>
          <a:xfrm flipH="1" rot="-2051534">
            <a:off x="788439" y="3348727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6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6" y="1440873"/>
                </a:lnTo>
                <a:lnTo>
                  <a:pt x="170265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 rot="2353133">
            <a:off x="5289884" y="176115"/>
            <a:ext cx="1703237" cy="1441364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7" y="0"/>
                </a:lnTo>
                <a:lnTo>
                  <a:pt x="1702657" y="1440873"/>
                </a:lnTo>
                <a:lnTo>
                  <a:pt x="0" y="14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8"/>
          <p:cNvSpPr/>
          <p:nvPr/>
        </p:nvSpPr>
        <p:spPr>
          <a:xfrm>
            <a:off x="14061258" y="6316248"/>
            <a:ext cx="5447985" cy="8939983"/>
          </a:xfrm>
          <a:custGeom>
            <a:rect b="b" l="l" r="r" t="t"/>
            <a:pathLst>
              <a:path extrusionOk="0" h="8939983" w="5447985">
                <a:moveTo>
                  <a:pt x="0" y="0"/>
                </a:moveTo>
                <a:lnTo>
                  <a:pt x="5447985" y="0"/>
                </a:lnTo>
                <a:lnTo>
                  <a:pt x="5447985" y="8939983"/>
                </a:lnTo>
                <a:lnTo>
                  <a:pt x="0" y="893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4711" r="0" t="0"/>
            </a:stretch>
          </a:blipFill>
          <a:ln>
            <a:noFill/>
          </a:ln>
        </p:spPr>
      </p:sp>
      <p:grpSp>
        <p:nvGrpSpPr>
          <p:cNvPr id="218" name="Google Shape;218;p8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219" name="Google Shape;219;p8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220" name="Google Shape;220;p8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8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8"/>
          <p:cNvSpPr/>
          <p:nvPr/>
        </p:nvSpPr>
        <p:spPr>
          <a:xfrm>
            <a:off x="4382522" y="949123"/>
            <a:ext cx="9916729" cy="8121138"/>
          </a:xfrm>
          <a:custGeom>
            <a:rect b="b" l="l" r="r" t="t"/>
            <a:pathLst>
              <a:path extrusionOk="0" h="8121138" w="9916729">
                <a:moveTo>
                  <a:pt x="0" y="0"/>
                </a:moveTo>
                <a:lnTo>
                  <a:pt x="9916730" y="0"/>
                </a:lnTo>
                <a:lnTo>
                  <a:pt x="9916730" y="8121138"/>
                </a:lnTo>
                <a:lnTo>
                  <a:pt x="0" y="8121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8"/>
          <p:cNvSpPr txBox="1"/>
          <p:nvPr/>
        </p:nvSpPr>
        <p:spPr>
          <a:xfrm>
            <a:off x="0" y="-66084"/>
            <a:ext cx="5497627" cy="1925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 flipH="1" rot="-2051534">
            <a:off x="1621604" y="4423063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4"/>
                </a:lnTo>
                <a:lnTo>
                  <a:pt x="1702657" y="1440874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flipH="1" rot="-2051534">
            <a:off x="2422147" y="5595812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sp>
        <p:nvSpPr>
          <p:cNvPr id="231" name="Google Shape;231;p9"/>
          <p:cNvSpPr/>
          <p:nvPr/>
        </p:nvSpPr>
        <p:spPr>
          <a:xfrm flipH="1" rot="-694052">
            <a:off x="16517803" y="6584637"/>
            <a:ext cx="2717768" cy="3812491"/>
          </a:xfrm>
          <a:custGeom>
            <a:rect b="b" l="l" r="r" t="t"/>
            <a:pathLst>
              <a:path extrusionOk="0" h="3812491" w="2717768">
                <a:moveTo>
                  <a:pt x="0" y="3812491"/>
                </a:moveTo>
                <a:lnTo>
                  <a:pt x="2717769" y="3812491"/>
                </a:lnTo>
                <a:lnTo>
                  <a:pt x="2717769" y="0"/>
                </a:lnTo>
                <a:lnTo>
                  <a:pt x="0" y="0"/>
                </a:lnTo>
                <a:lnTo>
                  <a:pt x="0" y="381249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9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233" name="Google Shape;233;p9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234" name="Google Shape;234;p9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9"/>
          <p:cNvSpPr/>
          <p:nvPr/>
        </p:nvSpPr>
        <p:spPr>
          <a:xfrm>
            <a:off x="1288831" y="2986186"/>
            <a:ext cx="3926808" cy="6712492"/>
          </a:xfrm>
          <a:custGeom>
            <a:rect b="b" l="l" r="r" t="t"/>
            <a:pathLst>
              <a:path extrusionOk="0" h="6712492" w="3926808">
                <a:moveTo>
                  <a:pt x="0" y="0"/>
                </a:moveTo>
                <a:lnTo>
                  <a:pt x="3926808" y="0"/>
                </a:lnTo>
                <a:lnTo>
                  <a:pt x="3926808" y="6712492"/>
                </a:lnTo>
                <a:lnTo>
                  <a:pt x="0" y="6712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9"/>
          <p:cNvSpPr/>
          <p:nvPr/>
        </p:nvSpPr>
        <p:spPr>
          <a:xfrm rot="2358401">
            <a:off x="11682452" y="450899"/>
            <a:ext cx="2040171" cy="1726495"/>
          </a:xfrm>
          <a:custGeom>
            <a:rect b="b" l="l" r="r" t="t"/>
            <a:pathLst>
              <a:path extrusionOk="0" h="1726495" w="2040171">
                <a:moveTo>
                  <a:pt x="0" y="0"/>
                </a:moveTo>
                <a:lnTo>
                  <a:pt x="2040172" y="0"/>
                </a:lnTo>
                <a:lnTo>
                  <a:pt x="2040172" y="1726495"/>
                </a:lnTo>
                <a:lnTo>
                  <a:pt x="0" y="172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9"/>
          <p:cNvSpPr/>
          <p:nvPr/>
        </p:nvSpPr>
        <p:spPr>
          <a:xfrm flipH="1" rot="-2050882">
            <a:off x="2866689" y="510886"/>
            <a:ext cx="2040171" cy="1726495"/>
          </a:xfrm>
          <a:custGeom>
            <a:rect b="b" l="l" r="r" t="t"/>
            <a:pathLst>
              <a:path extrusionOk="0" h="1726495" w="2040171">
                <a:moveTo>
                  <a:pt x="2040171" y="0"/>
                </a:moveTo>
                <a:lnTo>
                  <a:pt x="0" y="0"/>
                </a:lnTo>
                <a:lnTo>
                  <a:pt x="0" y="1726495"/>
                </a:lnTo>
                <a:lnTo>
                  <a:pt x="2040171" y="1726495"/>
                </a:lnTo>
                <a:lnTo>
                  <a:pt x="204017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9"/>
          <p:cNvSpPr/>
          <p:nvPr/>
        </p:nvSpPr>
        <p:spPr>
          <a:xfrm rot="6797586">
            <a:off x="15858946" y="-1570122"/>
            <a:ext cx="8553017" cy="7091228"/>
          </a:xfrm>
          <a:custGeom>
            <a:rect b="b" l="l" r="r" t="t"/>
            <a:pathLst>
              <a:path extrusionOk="0" h="7091228" w="8553017">
                <a:moveTo>
                  <a:pt x="0" y="0"/>
                </a:moveTo>
                <a:lnTo>
                  <a:pt x="8553016" y="0"/>
                </a:lnTo>
                <a:lnTo>
                  <a:pt x="8553016" y="7091228"/>
                </a:lnTo>
                <a:lnTo>
                  <a:pt x="0" y="7091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9"/>
          <p:cNvSpPr/>
          <p:nvPr/>
        </p:nvSpPr>
        <p:spPr>
          <a:xfrm flipH="1" rot="-6759845">
            <a:off x="-5943952" y="-1552614"/>
            <a:ext cx="8553017" cy="7091228"/>
          </a:xfrm>
          <a:custGeom>
            <a:rect b="b" l="l" r="r" t="t"/>
            <a:pathLst>
              <a:path extrusionOk="0" h="7091228" w="8553017">
                <a:moveTo>
                  <a:pt x="8553017" y="0"/>
                </a:moveTo>
                <a:lnTo>
                  <a:pt x="0" y="0"/>
                </a:lnTo>
                <a:lnTo>
                  <a:pt x="0" y="7091228"/>
                </a:lnTo>
                <a:lnTo>
                  <a:pt x="8553017" y="7091228"/>
                </a:lnTo>
                <a:lnTo>
                  <a:pt x="855301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9"/>
          <p:cNvSpPr/>
          <p:nvPr/>
        </p:nvSpPr>
        <p:spPr>
          <a:xfrm>
            <a:off x="13872602" y="-32275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9"/>
          <p:cNvSpPr/>
          <p:nvPr/>
        </p:nvSpPr>
        <p:spPr>
          <a:xfrm>
            <a:off x="5010710" y="5897383"/>
            <a:ext cx="2833461" cy="1595417"/>
          </a:xfrm>
          <a:custGeom>
            <a:rect b="b" l="l" r="r" t="t"/>
            <a:pathLst>
              <a:path extrusionOk="0" h="1595417" w="2833461">
                <a:moveTo>
                  <a:pt x="0" y="0"/>
                </a:moveTo>
                <a:lnTo>
                  <a:pt x="2833461" y="0"/>
                </a:lnTo>
                <a:lnTo>
                  <a:pt x="2833461" y="1595417"/>
                </a:lnTo>
                <a:lnTo>
                  <a:pt x="0" y="1595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9"/>
          <p:cNvSpPr/>
          <p:nvPr/>
        </p:nvSpPr>
        <p:spPr>
          <a:xfrm>
            <a:off x="5532689" y="2196347"/>
            <a:ext cx="1615018" cy="1586179"/>
          </a:xfrm>
          <a:custGeom>
            <a:rect b="b" l="l" r="r" t="t"/>
            <a:pathLst>
              <a:path extrusionOk="0" h="1586179" w="1615018">
                <a:moveTo>
                  <a:pt x="0" y="0"/>
                </a:moveTo>
                <a:lnTo>
                  <a:pt x="1615018" y="0"/>
                </a:lnTo>
                <a:lnTo>
                  <a:pt x="1615018" y="1586179"/>
                </a:lnTo>
                <a:lnTo>
                  <a:pt x="0" y="1586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9"/>
          <p:cNvSpPr/>
          <p:nvPr/>
        </p:nvSpPr>
        <p:spPr>
          <a:xfrm>
            <a:off x="5253439" y="7681926"/>
            <a:ext cx="2339744" cy="1207368"/>
          </a:xfrm>
          <a:custGeom>
            <a:rect b="b" l="l" r="r" t="t"/>
            <a:pathLst>
              <a:path extrusionOk="0" h="1207368" w="2339744">
                <a:moveTo>
                  <a:pt x="0" y="0"/>
                </a:moveTo>
                <a:lnTo>
                  <a:pt x="2339743" y="0"/>
                </a:lnTo>
                <a:lnTo>
                  <a:pt x="2339743" y="1207367"/>
                </a:lnTo>
                <a:lnTo>
                  <a:pt x="0" y="12073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9"/>
          <p:cNvSpPr/>
          <p:nvPr/>
        </p:nvSpPr>
        <p:spPr>
          <a:xfrm>
            <a:off x="11366388" y="6483753"/>
            <a:ext cx="3260382" cy="1711701"/>
          </a:xfrm>
          <a:custGeom>
            <a:rect b="b" l="l" r="r" t="t"/>
            <a:pathLst>
              <a:path extrusionOk="0" h="1711701" w="3260382">
                <a:moveTo>
                  <a:pt x="0" y="0"/>
                </a:moveTo>
                <a:lnTo>
                  <a:pt x="3260382" y="0"/>
                </a:lnTo>
                <a:lnTo>
                  <a:pt x="3260382" y="1711700"/>
                </a:lnTo>
                <a:lnTo>
                  <a:pt x="0" y="1711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/>
          <p:nvPr/>
        </p:nvSpPr>
        <p:spPr>
          <a:xfrm>
            <a:off x="11659045" y="4656539"/>
            <a:ext cx="2701587" cy="1512889"/>
          </a:xfrm>
          <a:custGeom>
            <a:rect b="b" l="l" r="r" t="t"/>
            <a:pathLst>
              <a:path extrusionOk="0" h="1512889" w="2701587">
                <a:moveTo>
                  <a:pt x="0" y="0"/>
                </a:moveTo>
                <a:lnTo>
                  <a:pt x="2701587" y="0"/>
                </a:lnTo>
                <a:lnTo>
                  <a:pt x="2701587" y="1512889"/>
                </a:lnTo>
                <a:lnTo>
                  <a:pt x="0" y="1512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/>
          <p:nvPr/>
        </p:nvSpPr>
        <p:spPr>
          <a:xfrm>
            <a:off x="8715959" y="4077634"/>
            <a:ext cx="1928544" cy="1538695"/>
          </a:xfrm>
          <a:custGeom>
            <a:rect b="b" l="l" r="r" t="t"/>
            <a:pathLst>
              <a:path extrusionOk="0" h="1538695" w="1928544">
                <a:moveTo>
                  <a:pt x="0" y="0"/>
                </a:moveTo>
                <a:lnTo>
                  <a:pt x="1928544" y="0"/>
                </a:lnTo>
                <a:lnTo>
                  <a:pt x="1928544" y="1538695"/>
                </a:lnTo>
                <a:lnTo>
                  <a:pt x="0" y="1538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9"/>
          <p:cNvSpPr/>
          <p:nvPr/>
        </p:nvSpPr>
        <p:spPr>
          <a:xfrm>
            <a:off x="8665653" y="5703075"/>
            <a:ext cx="1978851" cy="1978851"/>
          </a:xfrm>
          <a:custGeom>
            <a:rect b="b" l="l" r="r" t="t"/>
            <a:pathLst>
              <a:path extrusionOk="0" h="1978851" w="1978851">
                <a:moveTo>
                  <a:pt x="0" y="0"/>
                </a:moveTo>
                <a:lnTo>
                  <a:pt x="1978850" y="0"/>
                </a:lnTo>
                <a:lnTo>
                  <a:pt x="1978850" y="1978851"/>
                </a:lnTo>
                <a:lnTo>
                  <a:pt x="0" y="1978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9"/>
          <p:cNvSpPr/>
          <p:nvPr/>
        </p:nvSpPr>
        <p:spPr>
          <a:xfrm>
            <a:off x="12212755" y="2714096"/>
            <a:ext cx="3282588" cy="1629719"/>
          </a:xfrm>
          <a:custGeom>
            <a:rect b="b" l="l" r="r" t="t"/>
            <a:pathLst>
              <a:path extrusionOk="0" h="1629719" w="3282588">
                <a:moveTo>
                  <a:pt x="0" y="0"/>
                </a:moveTo>
                <a:lnTo>
                  <a:pt x="3282589" y="0"/>
                </a:lnTo>
                <a:lnTo>
                  <a:pt x="3282589" y="1629719"/>
                </a:lnTo>
                <a:lnTo>
                  <a:pt x="0" y="16297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9"/>
          <p:cNvSpPr/>
          <p:nvPr/>
        </p:nvSpPr>
        <p:spPr>
          <a:xfrm>
            <a:off x="5698914" y="4077634"/>
            <a:ext cx="1448792" cy="1448792"/>
          </a:xfrm>
          <a:custGeom>
            <a:rect b="b" l="l" r="r" t="t"/>
            <a:pathLst>
              <a:path extrusionOk="0" h="1448792" w="1448792">
                <a:moveTo>
                  <a:pt x="0" y="0"/>
                </a:moveTo>
                <a:lnTo>
                  <a:pt x="1448793" y="0"/>
                </a:lnTo>
                <a:lnTo>
                  <a:pt x="1448793" y="1448793"/>
                </a:lnTo>
                <a:lnTo>
                  <a:pt x="0" y="1448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9"/>
          <p:cNvSpPr/>
          <p:nvPr/>
        </p:nvSpPr>
        <p:spPr>
          <a:xfrm>
            <a:off x="8874918" y="2304309"/>
            <a:ext cx="1610626" cy="1610626"/>
          </a:xfrm>
          <a:custGeom>
            <a:rect b="b" l="l" r="r" t="t"/>
            <a:pathLst>
              <a:path extrusionOk="0" h="1610626" w="1610626">
                <a:moveTo>
                  <a:pt x="0" y="0"/>
                </a:moveTo>
                <a:lnTo>
                  <a:pt x="1610626" y="0"/>
                </a:lnTo>
                <a:lnTo>
                  <a:pt x="1610626" y="1610626"/>
                </a:lnTo>
                <a:lnTo>
                  <a:pt x="0" y="1610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9"/>
          <p:cNvSpPr/>
          <p:nvPr/>
        </p:nvSpPr>
        <p:spPr>
          <a:xfrm>
            <a:off x="8119380" y="7977201"/>
            <a:ext cx="3121703" cy="827251"/>
          </a:xfrm>
          <a:custGeom>
            <a:rect b="b" l="l" r="r" t="t"/>
            <a:pathLst>
              <a:path extrusionOk="0" h="827251" w="3121703">
                <a:moveTo>
                  <a:pt x="0" y="0"/>
                </a:moveTo>
                <a:lnTo>
                  <a:pt x="3121702" y="0"/>
                </a:lnTo>
                <a:lnTo>
                  <a:pt x="3121702" y="827251"/>
                </a:lnTo>
                <a:lnTo>
                  <a:pt x="0" y="827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9"/>
          <p:cNvSpPr txBox="1"/>
          <p:nvPr/>
        </p:nvSpPr>
        <p:spPr>
          <a:xfrm>
            <a:off x="2937417" y="796689"/>
            <a:ext cx="11101272" cy="1399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258" name="Google Shape;258;p10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259" name="Google Shape;259;p10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260" name="Google Shape;260;p10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>
            <a:off x="-145774" y="1401379"/>
            <a:ext cx="5901309" cy="8229600"/>
          </a:xfrm>
          <a:custGeom>
            <a:rect b="b" l="l" r="r" t="t"/>
            <a:pathLst>
              <a:path extrusionOk="0" h="8229600" w="5901309">
                <a:moveTo>
                  <a:pt x="0" y="0"/>
                </a:moveTo>
                <a:lnTo>
                  <a:pt x="5901309" y="0"/>
                </a:lnTo>
                <a:lnTo>
                  <a:pt x="59013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0"/>
          <p:cNvSpPr txBox="1"/>
          <p:nvPr/>
        </p:nvSpPr>
        <p:spPr>
          <a:xfrm>
            <a:off x="7044068" y="3011726"/>
            <a:ext cx="9689975" cy="316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Demostración del sistema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 flipH="1" rot="-2801905">
            <a:off x="5587174" y="2328659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0"/>
          <p:cNvSpPr/>
          <p:nvPr/>
        </p:nvSpPr>
        <p:spPr>
          <a:xfrm rot="2412344">
            <a:off x="16321419" y="2314780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7" y="0"/>
                </a:lnTo>
                <a:lnTo>
                  <a:pt x="1702657" y="1440873"/>
                </a:lnTo>
                <a:lnTo>
                  <a:pt x="0" y="14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0"/>
          <p:cNvSpPr/>
          <p:nvPr/>
        </p:nvSpPr>
        <p:spPr>
          <a:xfrm flipH="1" rot="-662583">
            <a:off x="10805275" y="-5228006"/>
            <a:ext cx="9024430" cy="7482073"/>
          </a:xfrm>
          <a:custGeom>
            <a:rect b="b" l="l" r="r" t="t"/>
            <a:pathLst>
              <a:path extrusionOk="0" h="7482073" w="9024430">
                <a:moveTo>
                  <a:pt x="9024431" y="0"/>
                </a:moveTo>
                <a:lnTo>
                  <a:pt x="0" y="0"/>
                </a:lnTo>
                <a:lnTo>
                  <a:pt x="0" y="7482073"/>
                </a:lnTo>
                <a:lnTo>
                  <a:pt x="9024431" y="7482073"/>
                </a:lnTo>
                <a:lnTo>
                  <a:pt x="902443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0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272" name="Google Shape;272;p11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273" name="Google Shape;273;p11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274" name="Google Shape;274;p11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1"/>
          <p:cNvSpPr/>
          <p:nvPr/>
        </p:nvSpPr>
        <p:spPr>
          <a:xfrm flipH="1" rot="1398543">
            <a:off x="-3737222" y="-3462479"/>
            <a:ext cx="10833985" cy="8982359"/>
          </a:xfrm>
          <a:custGeom>
            <a:rect b="b" l="l" r="r" t="t"/>
            <a:pathLst>
              <a:path extrusionOk="0" h="8982359" w="10833985">
                <a:moveTo>
                  <a:pt x="10833985" y="0"/>
                </a:moveTo>
                <a:lnTo>
                  <a:pt x="0" y="0"/>
                </a:lnTo>
                <a:lnTo>
                  <a:pt x="0" y="8982358"/>
                </a:lnTo>
                <a:lnTo>
                  <a:pt x="10833985" y="8982358"/>
                </a:lnTo>
                <a:lnTo>
                  <a:pt x="1083398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1"/>
          <p:cNvSpPr/>
          <p:nvPr/>
        </p:nvSpPr>
        <p:spPr>
          <a:xfrm>
            <a:off x="882880" y="933996"/>
            <a:ext cx="7065253" cy="8324304"/>
          </a:xfrm>
          <a:custGeom>
            <a:rect b="b" l="l" r="r" t="t"/>
            <a:pathLst>
              <a:path extrusionOk="0" h="8324304" w="7065253">
                <a:moveTo>
                  <a:pt x="0" y="0"/>
                </a:moveTo>
                <a:lnTo>
                  <a:pt x="7065254" y="0"/>
                </a:lnTo>
                <a:lnTo>
                  <a:pt x="7065254" y="8324304"/>
                </a:lnTo>
                <a:lnTo>
                  <a:pt x="0" y="8324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1"/>
          <p:cNvSpPr/>
          <p:nvPr/>
        </p:nvSpPr>
        <p:spPr>
          <a:xfrm flipH="1" rot="-2051534">
            <a:off x="7328459" y="929086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1"/>
          <p:cNvSpPr/>
          <p:nvPr/>
        </p:nvSpPr>
        <p:spPr>
          <a:xfrm rot="2358401">
            <a:off x="15023448" y="1087644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7" y="0"/>
                </a:lnTo>
                <a:lnTo>
                  <a:pt x="1702657" y="1440874"/>
                </a:lnTo>
                <a:lnTo>
                  <a:pt x="0" y="144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1"/>
          <p:cNvSpPr/>
          <p:nvPr/>
        </p:nvSpPr>
        <p:spPr>
          <a:xfrm>
            <a:off x="14919427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1"/>
          <p:cNvSpPr txBox="1"/>
          <p:nvPr/>
        </p:nvSpPr>
        <p:spPr>
          <a:xfrm>
            <a:off x="8724400" y="3366585"/>
            <a:ext cx="7350609" cy="419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funcional lista para producción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clara, responsive y usable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datos integrado y consistente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con gráficos avanzados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Minería de datos aplicada para análisis real</a:t>
            </a:r>
            <a:endParaRPr/>
          </a:p>
          <a:p>
            <a:pPr indent="-284197" lvl="1" marL="568394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32"/>
              <a:buFont typeface="Arial"/>
              <a:buChar char="•"/>
            </a:pPr>
            <a:r>
              <a:rPr b="1" i="0" lang="en-US" sz="2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Flujo de aprobación de veterinarios completo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8829395" y="1328682"/>
            <a:ext cx="6343052" cy="555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 Obtenidos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287" name="Google Shape;287;p12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288" name="Google Shape;288;p12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289" name="Google Shape;289;p12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12"/>
          <p:cNvSpPr/>
          <p:nvPr/>
        </p:nvSpPr>
        <p:spPr>
          <a:xfrm>
            <a:off x="-145774" y="1401379"/>
            <a:ext cx="5901309" cy="8229600"/>
          </a:xfrm>
          <a:custGeom>
            <a:rect b="b" l="l" r="r" t="t"/>
            <a:pathLst>
              <a:path extrusionOk="0" h="8229600" w="5901309">
                <a:moveTo>
                  <a:pt x="0" y="0"/>
                </a:moveTo>
                <a:lnTo>
                  <a:pt x="5901309" y="0"/>
                </a:lnTo>
                <a:lnTo>
                  <a:pt x="59013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2"/>
          <p:cNvSpPr txBox="1"/>
          <p:nvPr/>
        </p:nvSpPr>
        <p:spPr>
          <a:xfrm>
            <a:off x="6862531" y="1514042"/>
            <a:ext cx="9689975" cy="316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Obstáculos presentados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 flipH="1" rot="-2801905">
            <a:off x="6012380" y="1214998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1702657" y="0"/>
                </a:moveTo>
                <a:lnTo>
                  <a:pt x="0" y="0"/>
                </a:lnTo>
                <a:lnTo>
                  <a:pt x="0" y="1440873"/>
                </a:lnTo>
                <a:lnTo>
                  <a:pt x="1702657" y="1440873"/>
                </a:lnTo>
                <a:lnTo>
                  <a:pt x="1702657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2"/>
          <p:cNvSpPr/>
          <p:nvPr/>
        </p:nvSpPr>
        <p:spPr>
          <a:xfrm rot="2412344">
            <a:off x="15701178" y="1780724"/>
            <a:ext cx="1702657" cy="1440873"/>
          </a:xfrm>
          <a:custGeom>
            <a:rect b="b" l="l" r="r" t="t"/>
            <a:pathLst>
              <a:path extrusionOk="0" h="1440873" w="1702657">
                <a:moveTo>
                  <a:pt x="0" y="0"/>
                </a:moveTo>
                <a:lnTo>
                  <a:pt x="1702657" y="0"/>
                </a:lnTo>
                <a:lnTo>
                  <a:pt x="1702657" y="1440873"/>
                </a:lnTo>
                <a:lnTo>
                  <a:pt x="0" y="1440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2"/>
          <p:cNvSpPr/>
          <p:nvPr/>
        </p:nvSpPr>
        <p:spPr>
          <a:xfrm flipH="1" rot="-662583">
            <a:off x="10805275" y="-5228006"/>
            <a:ext cx="9024430" cy="7482073"/>
          </a:xfrm>
          <a:custGeom>
            <a:rect b="b" l="l" r="r" t="t"/>
            <a:pathLst>
              <a:path extrusionOk="0" h="7482073" w="9024430">
                <a:moveTo>
                  <a:pt x="9024431" y="0"/>
                </a:moveTo>
                <a:lnTo>
                  <a:pt x="0" y="0"/>
                </a:lnTo>
                <a:lnTo>
                  <a:pt x="0" y="7482073"/>
                </a:lnTo>
                <a:lnTo>
                  <a:pt x="9024431" y="7482073"/>
                </a:lnTo>
                <a:lnTo>
                  <a:pt x="902443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2"/>
          <p:cNvSpPr/>
          <p:nvPr/>
        </p:nvSpPr>
        <p:spPr>
          <a:xfrm>
            <a:off x="14868220" y="0"/>
            <a:ext cx="3368573" cy="828985"/>
          </a:xfrm>
          <a:custGeom>
            <a:rect b="b" l="l" r="r" t="t"/>
            <a:pathLst>
              <a:path extrusionOk="0" h="828985" w="3368573">
                <a:moveTo>
                  <a:pt x="0" y="0"/>
                </a:moveTo>
                <a:lnTo>
                  <a:pt x="3368573" y="0"/>
                </a:lnTo>
                <a:lnTo>
                  <a:pt x="3368573" y="828985"/>
                </a:lnTo>
                <a:lnTo>
                  <a:pt x="0" y="828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2"/>
          <p:cNvSpPr txBox="1"/>
          <p:nvPr/>
        </p:nvSpPr>
        <p:spPr>
          <a:xfrm>
            <a:off x="7579039" y="5822497"/>
            <a:ext cx="9927658" cy="208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de permisos y roles avanzados</a:t>
            </a:r>
            <a:endParaRPr/>
          </a:p>
          <a:p>
            <a:pPr indent="-259079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de gráficos estadísticos</a:t>
            </a:r>
            <a:endParaRPr/>
          </a:p>
          <a:p>
            <a:pPr indent="-259079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de subida de imágenes</a:t>
            </a:r>
            <a:endParaRPr/>
          </a:p>
          <a:p>
            <a:pPr indent="-259079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Conflictos de merge durante integración final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"/>
          <p:cNvSpPr txBox="1"/>
          <p:nvPr/>
        </p:nvSpPr>
        <p:spPr>
          <a:xfrm>
            <a:off x="4546451" y="3080086"/>
            <a:ext cx="9554756" cy="278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  <p:grpSp>
        <p:nvGrpSpPr>
          <p:cNvPr id="302" name="Google Shape;302;p13"/>
          <p:cNvGrpSpPr/>
          <p:nvPr/>
        </p:nvGrpSpPr>
        <p:grpSpPr>
          <a:xfrm>
            <a:off x="-972992" y="8952475"/>
            <a:ext cx="21734589" cy="3230761"/>
            <a:chOff x="0" y="-38100"/>
            <a:chExt cx="5724336" cy="850900"/>
          </a:xfrm>
        </p:grpSpPr>
        <p:sp>
          <p:nvSpPr>
            <p:cNvPr id="303" name="Google Shape;303;p13"/>
            <p:cNvSpPr/>
            <p:nvPr/>
          </p:nvSpPr>
          <p:spPr>
            <a:xfrm>
              <a:off x="0" y="0"/>
              <a:ext cx="5724336" cy="812800"/>
            </a:xfrm>
            <a:custGeom>
              <a:rect b="b" l="l" r="r" t="t"/>
              <a:pathLst>
                <a:path extrusionOk="0" h="812800" w="5724336">
                  <a:moveTo>
                    <a:pt x="0" y="0"/>
                  </a:moveTo>
                  <a:lnTo>
                    <a:pt x="5724336" y="0"/>
                  </a:lnTo>
                  <a:lnTo>
                    <a:pt x="57243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38B"/>
            </a:solidFill>
            <a:ln>
              <a:noFill/>
            </a:ln>
          </p:spPr>
        </p:sp>
        <p:sp>
          <p:nvSpPr>
            <p:cNvPr id="304" name="Google Shape;304;p13"/>
            <p:cNvSpPr txBox="1"/>
            <p:nvPr/>
          </p:nvSpPr>
          <p:spPr>
            <a:xfrm>
              <a:off x="0" y="-38100"/>
              <a:ext cx="5724336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3"/>
          <p:cNvSpPr/>
          <p:nvPr/>
        </p:nvSpPr>
        <p:spPr>
          <a:xfrm flipH="1" rot="-2384680">
            <a:off x="2564994" y="3269445"/>
            <a:ext cx="2403946" cy="2034339"/>
          </a:xfrm>
          <a:custGeom>
            <a:rect b="b" l="l" r="r" t="t"/>
            <a:pathLst>
              <a:path extrusionOk="0" h="2034339" w="2403946">
                <a:moveTo>
                  <a:pt x="2403946" y="0"/>
                </a:moveTo>
                <a:lnTo>
                  <a:pt x="0" y="0"/>
                </a:lnTo>
                <a:lnTo>
                  <a:pt x="0" y="2034339"/>
                </a:lnTo>
                <a:lnTo>
                  <a:pt x="2403946" y="2034339"/>
                </a:lnTo>
                <a:lnTo>
                  <a:pt x="240394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3"/>
          <p:cNvSpPr/>
          <p:nvPr/>
        </p:nvSpPr>
        <p:spPr>
          <a:xfrm rot="2219013">
            <a:off x="13603453" y="3311657"/>
            <a:ext cx="2403946" cy="2034339"/>
          </a:xfrm>
          <a:custGeom>
            <a:rect b="b" l="l" r="r" t="t"/>
            <a:pathLst>
              <a:path extrusionOk="0" h="2034339" w="2403946">
                <a:moveTo>
                  <a:pt x="0" y="0"/>
                </a:moveTo>
                <a:lnTo>
                  <a:pt x="2403946" y="0"/>
                </a:lnTo>
                <a:lnTo>
                  <a:pt x="2403946" y="2034339"/>
                </a:lnTo>
                <a:lnTo>
                  <a:pt x="0" y="2034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3"/>
          <p:cNvSpPr/>
          <p:nvPr/>
        </p:nvSpPr>
        <p:spPr>
          <a:xfrm>
            <a:off x="4921288" y="5864440"/>
            <a:ext cx="8727335" cy="730914"/>
          </a:xfrm>
          <a:custGeom>
            <a:rect b="b" l="l" r="r" t="t"/>
            <a:pathLst>
              <a:path extrusionOk="0" h="730914" w="8727335">
                <a:moveTo>
                  <a:pt x="0" y="0"/>
                </a:moveTo>
                <a:lnTo>
                  <a:pt x="8727334" y="0"/>
                </a:lnTo>
                <a:lnTo>
                  <a:pt x="8727334" y="730914"/>
                </a:lnTo>
                <a:lnTo>
                  <a:pt x="0" y="730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3"/>
          <p:cNvSpPr/>
          <p:nvPr/>
        </p:nvSpPr>
        <p:spPr>
          <a:xfrm>
            <a:off x="12677601" y="0"/>
            <a:ext cx="5610399" cy="1380684"/>
          </a:xfrm>
          <a:custGeom>
            <a:rect b="b" l="l" r="r" t="t"/>
            <a:pathLst>
              <a:path extrusionOk="0" h="1380684" w="5610399">
                <a:moveTo>
                  <a:pt x="0" y="0"/>
                </a:moveTo>
                <a:lnTo>
                  <a:pt x="5610399" y="0"/>
                </a:lnTo>
                <a:lnTo>
                  <a:pt x="5610399" y="1380684"/>
                </a:lnTo>
                <a:lnTo>
                  <a:pt x="0" y="1380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